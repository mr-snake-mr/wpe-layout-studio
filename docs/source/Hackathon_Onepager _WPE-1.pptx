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70" r:id="rId4"/>
    <p:sldMasterId id="2147483648" r:id="rId5"/>
  </p:sldMasterIdLst>
  <p:notesMasterIdLst>
    <p:notesMasterId r:id="rId11"/>
  </p:notesMasterIdLst>
  <p:sldIdLst>
    <p:sldId id="261" r:id="rId6"/>
    <p:sldId id="1750" r:id="rId7"/>
    <p:sldId id="1751" r:id="rId8"/>
    <p:sldId id="1752" r:id="rId9"/>
    <p:sldId id="328" r:id="rId10"/>
  </p:sldIdLst>
  <p:sldSz cx="12192000" cy="6858000"/>
  <p:notesSz cx="6858000" cy="9144000"/>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Stellantis" id="{F3E6774D-2F1E-47D6-ABDC-FE00908ACD1B}">
          <p14:sldIdLst>
            <p14:sldId id="261"/>
            <p14:sldId id="1750"/>
            <p14:sldId id="1751"/>
            <p14:sldId id="1752"/>
            <p14:sldId id="328"/>
          </p14:sldIdLst>
        </p14:section>
      </p14:sectionLst>
    </p:ext>
    <p:ext uri="{EFAFB233-063F-42B5-8137-9DF3F51BA10A}">
      <p15:sldGuideLst xmlns:p15="http://schemas.microsoft.com/office/powerpoint/2012/main">
        <p15:guide id="1" orient="horz" pos="1834" userDrawn="1">
          <p15:clr>
            <a:srgbClr val="A4A3A4"/>
          </p15:clr>
        </p15:guide>
        <p15:guide id="2" orient="horz" pos="3542" userDrawn="1">
          <p15:clr>
            <a:srgbClr val="A4A3A4"/>
          </p15:clr>
        </p15:guide>
        <p15:guide id="3" pos="252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3CCCC"/>
    <a:srgbClr val="000000"/>
    <a:srgbClr val="EBFFFF"/>
    <a:srgbClr val="FF0000"/>
    <a:srgbClr val="0070C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7A3A504-6F5B-4A97-A6CA-4B1719452266}" v="913" dt="2026-08-27T05:58:03.123"/>
    <p1510:client id="{65E79988-C59E-4FC4-B7E1-E8E6AEB4F044}" v="1018" dt="2026-08-27T06:17:29.267"/>
  </p1510:revLst>
</p1510:revInfo>
</file>

<file path=ppt/tableStyles.xml><?xml version="1.0" encoding="utf-8"?>
<a:tblStyleLst xmlns:a="http://schemas.openxmlformats.org/drawingml/2006/main" def="{5C22544A-7EE6-4342-B048-85BDC9FD1C3A}">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ED083AE6-46FA-4A59-8FB0-9F97EB10719F}" styleName="Light Style 3 - Accent 4">
    <a:wholeTbl>
      <a:tcTxStyle>
        <a:fontRef idx="minor">
          <a:scrgbClr r="0" g="0" b="0"/>
        </a:fontRef>
        <a:schemeClr val="tx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noFill/>
        </a:fill>
      </a:tcStyle>
    </a:wholeTbl>
    <a:band1H>
      <a:tcStyle>
        <a:tcBdr/>
        <a:fill>
          <a:solidFill>
            <a:schemeClr val="accent4">
              <a:alpha val="20000"/>
            </a:schemeClr>
          </a:solidFill>
        </a:fill>
      </a:tcStyle>
    </a:band1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noFill/>
        </a:fill>
      </a:tcStyle>
    </a:lastRow>
    <a:firstRow>
      <a:tcTxStyle b="on"/>
      <a:tcStyle>
        <a:tcBdr>
          <a:bottom>
            <a:ln w="25400" cmpd="sng">
              <a:solidFill>
                <a:schemeClr val="accent4"/>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8" d="100"/>
          <a:sy n="78" d="100"/>
        </p:scale>
        <p:origin x="850" y="67"/>
      </p:cViewPr>
      <p:guideLst>
        <p:guide orient="horz" pos="1834"/>
        <p:guide orient="horz" pos="3542"/>
        <p:guide pos="252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3.xml"/><Relationship Id="rId13" Type="http://schemas.openxmlformats.org/officeDocument/2006/relationships/viewProps" Target="viewProps.xml"/><Relationship Id="rId3" Type="http://schemas.openxmlformats.org/officeDocument/2006/relationships/customXml" Target="../customXml/item3.xml"/><Relationship Id="rId7" Type="http://schemas.openxmlformats.org/officeDocument/2006/relationships/slide" Target="slides/slide2.xml"/><Relationship Id="rId12" Type="http://schemas.openxmlformats.org/officeDocument/2006/relationships/presProps" Target="presProps.xml"/><Relationship Id="rId17" Type="http://schemas.microsoft.com/office/2015/10/relationships/revisionInfo" Target="revisionInfo.xml"/><Relationship Id="rId2" Type="http://schemas.openxmlformats.org/officeDocument/2006/relationships/customXml" Target="../customXml/item2.xml"/><Relationship Id="rId16" Type="http://schemas.microsoft.com/office/2016/11/relationships/changesInfo" Target="changesInfos/changesInfo1.xml"/><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notesMaster" Target="notesMasters/notesMaster1.xml"/><Relationship Id="rId5" Type="http://schemas.openxmlformats.org/officeDocument/2006/relationships/slideMaster" Target="slideMasters/slideMaster2.xml"/><Relationship Id="rId15" Type="http://schemas.openxmlformats.org/officeDocument/2006/relationships/tableStyles" Target="tableStyles.xml"/><Relationship Id="rId10" Type="http://schemas.openxmlformats.org/officeDocument/2006/relationships/slide" Target="slides/slide5.xml"/><Relationship Id="rId4" Type="http://schemas.openxmlformats.org/officeDocument/2006/relationships/slideMaster" Target="slideMasters/slideMaster1.xml"/><Relationship Id="rId9" Type="http://schemas.openxmlformats.org/officeDocument/2006/relationships/slide" Target="slides/slide4.xml"/><Relationship Id="rId14"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PRAKASH PALANI" userId="2316453c-1004-4bb6-8e42-a5b93ab87253" providerId="ADAL" clId="{5B4B6087-30A0-4D48-A4DC-3773312EEE5B}"/>
    <pc:docChg chg="undo custSel addSld delSld modSld sldOrd modSection modNotesMaster">
      <pc:chgData name="PRAKASH PALANI" userId="2316453c-1004-4bb6-8e42-a5b93ab87253" providerId="ADAL" clId="{5B4B6087-30A0-4D48-A4DC-3773312EEE5B}" dt="2026-08-27T06:19:14.422" v="1297" actId="1076"/>
      <pc:docMkLst>
        <pc:docMk/>
      </pc:docMkLst>
      <pc:sldChg chg="modSp mod">
        <pc:chgData name="PRAKASH PALANI" userId="2316453c-1004-4bb6-8e42-a5b93ab87253" providerId="ADAL" clId="{5B4B6087-30A0-4D48-A4DC-3773312EEE5B}" dt="2026-08-26T08:18:52.591" v="1239" actId="20577"/>
        <pc:sldMkLst>
          <pc:docMk/>
          <pc:sldMk cId="1891800872" sldId="261"/>
        </pc:sldMkLst>
        <pc:spChg chg="mod">
          <ac:chgData name="PRAKASH PALANI" userId="2316453c-1004-4bb6-8e42-a5b93ab87253" providerId="ADAL" clId="{5B4B6087-30A0-4D48-A4DC-3773312EEE5B}" dt="2026-08-26T08:18:52.591" v="1239" actId="20577"/>
          <ac:spMkLst>
            <pc:docMk/>
            <pc:sldMk cId="1891800872" sldId="261"/>
            <ac:spMk id="5" creationId="{4ADEB1C4-9C56-40A3-B4D5-C42AECC7FAA8}"/>
          </ac:spMkLst>
        </pc:spChg>
      </pc:sldChg>
      <pc:sldChg chg="modSp del mod modNotes">
        <pc:chgData name="PRAKASH PALANI" userId="2316453c-1004-4bb6-8e42-a5b93ab87253" providerId="ADAL" clId="{5B4B6087-30A0-4D48-A4DC-3773312EEE5B}" dt="2026-08-26T08:19:00.676" v="1241" actId="47"/>
        <pc:sldMkLst>
          <pc:docMk/>
          <pc:sldMk cId="2288764433" sldId="1747"/>
        </pc:sldMkLst>
        <pc:picChg chg="mod">
          <ac:chgData name="PRAKASH PALANI" userId="2316453c-1004-4bb6-8e42-a5b93ab87253" providerId="ADAL" clId="{5B4B6087-30A0-4D48-A4DC-3773312EEE5B}" dt="2026-08-26T04:53:35.325" v="198" actId="26606"/>
          <ac:picMkLst>
            <pc:docMk/>
            <pc:sldMk cId="2288764433" sldId="1747"/>
            <ac:picMk id="25" creationId="{D829F4D0-C3D5-3B85-2DA1-0783783DF7A9}"/>
          </ac:picMkLst>
        </pc:picChg>
        <pc:picChg chg="mod">
          <ac:chgData name="PRAKASH PALANI" userId="2316453c-1004-4bb6-8e42-a5b93ab87253" providerId="ADAL" clId="{5B4B6087-30A0-4D48-A4DC-3773312EEE5B}" dt="2026-08-26T04:53:35.325" v="198" actId="26606"/>
          <ac:picMkLst>
            <pc:docMk/>
            <pc:sldMk cId="2288764433" sldId="1747"/>
            <ac:picMk id="28" creationId="{68EBBAB5-4F7D-B241-1B51-F4439C353BE8}"/>
          </ac:picMkLst>
        </pc:picChg>
      </pc:sldChg>
      <pc:sldChg chg="modSp del mod modNotes">
        <pc:chgData name="PRAKASH PALANI" userId="2316453c-1004-4bb6-8e42-a5b93ab87253" providerId="ADAL" clId="{5B4B6087-30A0-4D48-A4DC-3773312EEE5B}" dt="2026-08-26T08:18:59.143" v="1240" actId="47"/>
        <pc:sldMkLst>
          <pc:docMk/>
          <pc:sldMk cId="130735870" sldId="1748"/>
        </pc:sldMkLst>
        <pc:picChg chg="mod">
          <ac:chgData name="PRAKASH PALANI" userId="2316453c-1004-4bb6-8e42-a5b93ab87253" providerId="ADAL" clId="{5B4B6087-30A0-4D48-A4DC-3773312EEE5B}" dt="2026-08-26T04:53:35.325" v="198" actId="26606"/>
          <ac:picMkLst>
            <pc:docMk/>
            <pc:sldMk cId="130735870" sldId="1748"/>
            <ac:picMk id="25" creationId="{FF08B24C-1A94-291B-E245-074013864D10}"/>
          </ac:picMkLst>
        </pc:picChg>
        <pc:picChg chg="mod">
          <ac:chgData name="PRAKASH PALANI" userId="2316453c-1004-4bb6-8e42-a5b93ab87253" providerId="ADAL" clId="{5B4B6087-30A0-4D48-A4DC-3773312EEE5B}" dt="2026-08-26T04:53:35.325" v="198" actId="26606"/>
          <ac:picMkLst>
            <pc:docMk/>
            <pc:sldMk cId="130735870" sldId="1748"/>
            <ac:picMk id="28" creationId="{DA5EECB7-DDC7-B81C-1B17-11990AAB0827}"/>
          </ac:picMkLst>
        </pc:picChg>
      </pc:sldChg>
      <pc:sldChg chg="modSp del mod modNotes">
        <pc:chgData name="PRAKASH PALANI" userId="2316453c-1004-4bb6-8e42-a5b93ab87253" providerId="ADAL" clId="{5B4B6087-30A0-4D48-A4DC-3773312EEE5B}" dt="2026-08-26T08:19:16.861" v="1242" actId="47"/>
        <pc:sldMkLst>
          <pc:docMk/>
          <pc:sldMk cId="308256857" sldId="1749"/>
        </pc:sldMkLst>
        <pc:picChg chg="mod">
          <ac:chgData name="PRAKASH PALANI" userId="2316453c-1004-4bb6-8e42-a5b93ab87253" providerId="ADAL" clId="{5B4B6087-30A0-4D48-A4DC-3773312EEE5B}" dt="2026-08-26T04:53:35.325" v="198" actId="26606"/>
          <ac:picMkLst>
            <pc:docMk/>
            <pc:sldMk cId="308256857" sldId="1749"/>
            <ac:picMk id="10" creationId="{B640C628-59C8-8B0C-64D4-5CF4282FC69C}"/>
          </ac:picMkLst>
        </pc:picChg>
        <pc:picChg chg="mod">
          <ac:chgData name="PRAKASH PALANI" userId="2316453c-1004-4bb6-8e42-a5b93ab87253" providerId="ADAL" clId="{5B4B6087-30A0-4D48-A4DC-3773312EEE5B}" dt="2026-08-26T04:53:35.325" v="198" actId="26606"/>
          <ac:picMkLst>
            <pc:docMk/>
            <pc:sldMk cId="308256857" sldId="1749"/>
            <ac:picMk id="14" creationId="{C1E28310-460D-7DD9-6490-034564445EC5}"/>
          </ac:picMkLst>
        </pc:picChg>
        <pc:picChg chg="mod">
          <ac:chgData name="PRAKASH PALANI" userId="2316453c-1004-4bb6-8e42-a5b93ab87253" providerId="ADAL" clId="{5B4B6087-30A0-4D48-A4DC-3773312EEE5B}" dt="2026-08-26T04:53:35.325" v="198" actId="26606"/>
          <ac:picMkLst>
            <pc:docMk/>
            <pc:sldMk cId="308256857" sldId="1749"/>
            <ac:picMk id="18" creationId="{A697DE40-BBA4-C571-04EC-99262D3BB735}"/>
          </ac:picMkLst>
        </pc:picChg>
      </pc:sldChg>
      <pc:sldChg chg="addSp delSp modSp add mod modNotes">
        <pc:chgData name="PRAKASH PALANI" userId="2316453c-1004-4bb6-8e42-a5b93ab87253" providerId="ADAL" clId="{5B4B6087-30A0-4D48-A4DC-3773312EEE5B}" dt="2026-08-27T06:13:19.099" v="1262" actId="20577"/>
        <pc:sldMkLst>
          <pc:docMk/>
          <pc:sldMk cId="571087438" sldId="1750"/>
        </pc:sldMkLst>
        <pc:spChg chg="add mod">
          <ac:chgData name="PRAKASH PALANI" userId="2316453c-1004-4bb6-8e42-a5b93ab87253" providerId="ADAL" clId="{5B4B6087-30A0-4D48-A4DC-3773312EEE5B}" dt="2026-08-26T04:55:38.698" v="205" actId="1076"/>
          <ac:spMkLst>
            <pc:docMk/>
            <pc:sldMk cId="571087438" sldId="1750"/>
            <ac:spMk id="4" creationId="{E50B9557-8D32-D17D-AA85-C61CD178F7E8}"/>
          </ac:spMkLst>
        </pc:spChg>
        <pc:spChg chg="mod">
          <ac:chgData name="PRAKASH PALANI" userId="2316453c-1004-4bb6-8e42-a5b93ab87253" providerId="ADAL" clId="{5B4B6087-30A0-4D48-A4DC-3773312EEE5B}" dt="2026-08-27T06:13:19.099" v="1262" actId="20577"/>
          <ac:spMkLst>
            <pc:docMk/>
            <pc:sldMk cId="571087438" sldId="1750"/>
            <ac:spMk id="6" creationId="{035D6E06-BD19-AF3E-5661-D911D9C6A15D}"/>
          </ac:spMkLst>
        </pc:spChg>
        <pc:spChg chg="del">
          <ac:chgData name="PRAKASH PALANI" userId="2316453c-1004-4bb6-8e42-a5b93ab87253" providerId="ADAL" clId="{5B4B6087-30A0-4D48-A4DC-3773312EEE5B}" dt="2026-08-26T04:48:27.521" v="66" actId="478"/>
          <ac:spMkLst>
            <pc:docMk/>
            <pc:sldMk cId="571087438" sldId="1750"/>
            <ac:spMk id="9" creationId="{0BC10F3A-9DC6-24FE-9750-6D1558712ECB}"/>
          </ac:spMkLst>
        </pc:spChg>
        <pc:spChg chg="add mod">
          <ac:chgData name="PRAKASH PALANI" userId="2316453c-1004-4bb6-8e42-a5b93ab87253" providerId="ADAL" clId="{5B4B6087-30A0-4D48-A4DC-3773312EEE5B}" dt="2026-08-26T04:57:36.947" v="212" actId="1076"/>
          <ac:spMkLst>
            <pc:docMk/>
            <pc:sldMk cId="571087438" sldId="1750"/>
            <ac:spMk id="12" creationId="{829B3627-2849-0C89-6C99-05641EAE6470}"/>
          </ac:spMkLst>
        </pc:spChg>
        <pc:spChg chg="del">
          <ac:chgData name="PRAKASH PALANI" userId="2316453c-1004-4bb6-8e42-a5b93ab87253" providerId="ADAL" clId="{5B4B6087-30A0-4D48-A4DC-3773312EEE5B}" dt="2026-08-26T04:48:30.975" v="71" actId="478"/>
          <ac:spMkLst>
            <pc:docMk/>
            <pc:sldMk cId="571087438" sldId="1750"/>
            <ac:spMk id="23" creationId="{F7B8AFAB-AA7B-BFBE-FA91-B0C404299C7D}"/>
          </ac:spMkLst>
        </pc:spChg>
        <pc:spChg chg="del">
          <ac:chgData name="PRAKASH PALANI" userId="2316453c-1004-4bb6-8e42-a5b93ab87253" providerId="ADAL" clId="{5B4B6087-30A0-4D48-A4DC-3773312EEE5B}" dt="2026-08-26T04:48:31.590" v="72" actId="478"/>
          <ac:spMkLst>
            <pc:docMk/>
            <pc:sldMk cId="571087438" sldId="1750"/>
            <ac:spMk id="24" creationId="{B2CDC115-9836-B3B7-7272-CA1C4C738F54}"/>
          </ac:spMkLst>
        </pc:spChg>
        <pc:spChg chg="del">
          <ac:chgData name="PRAKASH PALANI" userId="2316453c-1004-4bb6-8e42-a5b93ab87253" providerId="ADAL" clId="{5B4B6087-30A0-4D48-A4DC-3773312EEE5B}" dt="2026-08-26T04:48:33.559" v="75" actId="478"/>
          <ac:spMkLst>
            <pc:docMk/>
            <pc:sldMk cId="571087438" sldId="1750"/>
            <ac:spMk id="26" creationId="{FC54192A-AEF6-0543-C026-1B1925D57047}"/>
          </ac:spMkLst>
        </pc:spChg>
        <pc:spChg chg="add mod">
          <ac:chgData name="PRAKASH PALANI" userId="2316453c-1004-4bb6-8e42-a5b93ab87253" providerId="ADAL" clId="{5B4B6087-30A0-4D48-A4DC-3773312EEE5B}" dt="2026-08-26T06:53:24.431" v="1134" actId="20577"/>
          <ac:spMkLst>
            <pc:docMk/>
            <pc:sldMk cId="571087438" sldId="1750"/>
            <ac:spMk id="28" creationId="{2EF0FE68-ACAC-AEB3-0888-D5EB75ABA6FF}"/>
          </ac:spMkLst>
        </pc:spChg>
        <pc:spChg chg="add del mod">
          <ac:chgData name="PRAKASH PALANI" userId="2316453c-1004-4bb6-8e42-a5b93ab87253" providerId="ADAL" clId="{5B4B6087-30A0-4D48-A4DC-3773312EEE5B}" dt="2026-08-26T04:57:59.048" v="217" actId="478"/>
          <ac:spMkLst>
            <pc:docMk/>
            <pc:sldMk cId="571087438" sldId="1750"/>
            <ac:spMk id="30" creationId="{B0610075-3D02-E500-2237-9E3520339140}"/>
          </ac:spMkLst>
        </pc:spChg>
        <pc:spChg chg="del">
          <ac:chgData name="PRAKASH PALANI" userId="2316453c-1004-4bb6-8e42-a5b93ab87253" providerId="ADAL" clId="{5B4B6087-30A0-4D48-A4DC-3773312EEE5B}" dt="2026-08-26T04:48:38.752" v="77" actId="478"/>
          <ac:spMkLst>
            <pc:docMk/>
            <pc:sldMk cId="571087438" sldId="1750"/>
            <ac:spMk id="38" creationId="{4AFDAB07-3849-E7AD-EFB8-A320E31E05E7}"/>
          </ac:spMkLst>
        </pc:spChg>
        <pc:spChg chg="del">
          <ac:chgData name="PRAKASH PALANI" userId="2316453c-1004-4bb6-8e42-a5b93ab87253" providerId="ADAL" clId="{5B4B6087-30A0-4D48-A4DC-3773312EEE5B}" dt="2026-08-26T04:48:37.622" v="76" actId="478"/>
          <ac:spMkLst>
            <pc:docMk/>
            <pc:sldMk cId="571087438" sldId="1750"/>
            <ac:spMk id="39" creationId="{75D012D1-AE60-7F15-B123-DA4D23596486}"/>
          </ac:spMkLst>
        </pc:spChg>
        <pc:graphicFrameChg chg="add mod">
          <ac:chgData name="PRAKASH PALANI" userId="2316453c-1004-4bb6-8e42-a5b93ab87253" providerId="ADAL" clId="{5B4B6087-30A0-4D48-A4DC-3773312EEE5B}" dt="2026-08-26T04:54:57.159" v="199"/>
          <ac:graphicFrameMkLst>
            <pc:docMk/>
            <pc:sldMk cId="571087438" sldId="1750"/>
            <ac:graphicFrameMk id="16" creationId="{9D2A3A25-BCBE-CB67-9D11-39352D50081A}"/>
          </ac:graphicFrameMkLst>
        </pc:graphicFrameChg>
        <pc:graphicFrameChg chg="add del mod modGraphic">
          <ac:chgData name="PRAKASH PALANI" userId="2316453c-1004-4bb6-8e42-a5b93ab87253" providerId="ADAL" clId="{5B4B6087-30A0-4D48-A4DC-3773312EEE5B}" dt="2026-08-26T04:55:42.491" v="207" actId="478"/>
          <ac:graphicFrameMkLst>
            <pc:docMk/>
            <pc:sldMk cId="571087438" sldId="1750"/>
            <ac:graphicFrameMk id="20" creationId="{C17C0D59-5BE5-8E9A-4E28-4781B6F6F106}"/>
          </ac:graphicFrameMkLst>
        </pc:graphicFrameChg>
        <pc:graphicFrameChg chg="add del mod">
          <ac:chgData name="PRAKASH PALANI" userId="2316453c-1004-4bb6-8e42-a5b93ab87253" providerId="ADAL" clId="{5B4B6087-30A0-4D48-A4DC-3773312EEE5B}" dt="2026-08-26T04:57:28.420" v="211" actId="478"/>
          <ac:graphicFrameMkLst>
            <pc:docMk/>
            <pc:sldMk cId="571087438" sldId="1750"/>
            <ac:graphicFrameMk id="25" creationId="{672DF78F-5CCC-571C-1633-C7D63D85E573}"/>
          </ac:graphicFrameMkLst>
        </pc:graphicFrameChg>
        <pc:graphicFrameChg chg="add del mod">
          <ac:chgData name="PRAKASH PALANI" userId="2316453c-1004-4bb6-8e42-a5b93ab87253" providerId="ADAL" clId="{5B4B6087-30A0-4D48-A4DC-3773312EEE5B}" dt="2026-08-26T05:00:38.923" v="227" actId="478"/>
          <ac:graphicFrameMkLst>
            <pc:docMk/>
            <pc:sldMk cId="571087438" sldId="1750"/>
            <ac:graphicFrameMk id="31" creationId="{139F6D00-9176-7A9B-5CF0-9B5A1E7577DF}"/>
          </ac:graphicFrameMkLst>
        </pc:graphicFrameChg>
        <pc:picChg chg="del">
          <ac:chgData name="PRAKASH PALANI" userId="2316453c-1004-4bb6-8e42-a5b93ab87253" providerId="ADAL" clId="{5B4B6087-30A0-4D48-A4DC-3773312EEE5B}" dt="2026-08-26T04:48:29.885" v="70" actId="478"/>
          <ac:picMkLst>
            <pc:docMk/>
            <pc:sldMk cId="571087438" sldId="1750"/>
            <ac:picMk id="2" creationId="{BCD0D206-4D88-974F-E64D-66FA41E0A071}"/>
          </ac:picMkLst>
        </pc:picChg>
        <pc:picChg chg="del">
          <ac:chgData name="PRAKASH PALANI" userId="2316453c-1004-4bb6-8e42-a5b93ab87253" providerId="ADAL" clId="{5B4B6087-30A0-4D48-A4DC-3773312EEE5B}" dt="2026-08-26T04:48:29.509" v="69" actId="478"/>
          <ac:picMkLst>
            <pc:docMk/>
            <pc:sldMk cId="571087438" sldId="1750"/>
            <ac:picMk id="3" creationId="{DD7A07E2-E744-050F-D4A1-550E718DA1EA}"/>
          </ac:picMkLst>
        </pc:picChg>
        <pc:picChg chg="del">
          <ac:chgData name="PRAKASH PALANI" userId="2316453c-1004-4bb6-8e42-a5b93ab87253" providerId="ADAL" clId="{5B4B6087-30A0-4D48-A4DC-3773312EEE5B}" dt="2026-08-26T04:48:32.742" v="74" actId="478"/>
          <ac:picMkLst>
            <pc:docMk/>
            <pc:sldMk cId="571087438" sldId="1750"/>
            <ac:picMk id="5" creationId="{0F48DF40-30AA-8D92-C0FF-45B763590934}"/>
          </ac:picMkLst>
        </pc:picChg>
        <pc:picChg chg="del">
          <ac:chgData name="PRAKASH PALANI" userId="2316453c-1004-4bb6-8e42-a5b93ab87253" providerId="ADAL" clId="{5B4B6087-30A0-4D48-A4DC-3773312EEE5B}" dt="2026-08-26T04:48:29.129" v="68" actId="478"/>
          <ac:picMkLst>
            <pc:docMk/>
            <pc:sldMk cId="571087438" sldId="1750"/>
            <ac:picMk id="10" creationId="{8CD11910-86B6-71EE-D58B-1C8F4DA371FC}"/>
          </ac:picMkLst>
        </pc:picChg>
        <pc:picChg chg="del">
          <ac:chgData name="PRAKASH PALANI" userId="2316453c-1004-4bb6-8e42-a5b93ab87253" providerId="ADAL" clId="{5B4B6087-30A0-4D48-A4DC-3773312EEE5B}" dt="2026-08-26T04:48:28.667" v="67" actId="478"/>
          <ac:picMkLst>
            <pc:docMk/>
            <pc:sldMk cId="571087438" sldId="1750"/>
            <ac:picMk id="14" creationId="{65A090A8-4215-BA88-ACC4-DAACFD19ED7C}"/>
          </ac:picMkLst>
        </pc:picChg>
        <pc:picChg chg="del">
          <ac:chgData name="PRAKASH PALANI" userId="2316453c-1004-4bb6-8e42-a5b93ab87253" providerId="ADAL" clId="{5B4B6087-30A0-4D48-A4DC-3773312EEE5B}" dt="2026-08-26T04:48:32.233" v="73" actId="478"/>
          <ac:picMkLst>
            <pc:docMk/>
            <pc:sldMk cId="571087438" sldId="1750"/>
            <ac:picMk id="18" creationId="{B2EE646C-4ED3-9F08-CFF4-ED298CC1394D}"/>
          </ac:picMkLst>
        </pc:picChg>
        <pc:picChg chg="add del mod">
          <ac:chgData name="PRAKASH PALANI" userId="2316453c-1004-4bb6-8e42-a5b93ab87253" providerId="ADAL" clId="{5B4B6087-30A0-4D48-A4DC-3773312EEE5B}" dt="2026-08-26T05:03:29.648" v="237" actId="22"/>
          <ac:picMkLst>
            <pc:docMk/>
            <pc:sldMk cId="571087438" sldId="1750"/>
            <ac:picMk id="33" creationId="{2E008E0E-98B1-E43E-208F-AB3BF6CB885F}"/>
          </ac:picMkLst>
        </pc:picChg>
        <pc:picChg chg="add mod">
          <ac:chgData name="PRAKASH PALANI" userId="2316453c-1004-4bb6-8e42-a5b93ab87253" providerId="ADAL" clId="{5B4B6087-30A0-4D48-A4DC-3773312EEE5B}" dt="2026-08-26T05:40:50.433" v="247" actId="1076"/>
          <ac:picMkLst>
            <pc:docMk/>
            <pc:sldMk cId="571087438" sldId="1750"/>
            <ac:picMk id="35" creationId="{8FF3C6A9-B090-040C-AC6A-FCA693DB6E50}"/>
          </ac:picMkLst>
        </pc:picChg>
      </pc:sldChg>
      <pc:sldChg chg="addSp delSp modSp new mod">
        <pc:chgData name="PRAKASH PALANI" userId="2316453c-1004-4bb6-8e42-a5b93ab87253" providerId="ADAL" clId="{5B4B6087-30A0-4D48-A4DC-3773312EEE5B}" dt="2026-08-27T06:13:23.853" v="1264" actId="20577"/>
        <pc:sldMkLst>
          <pc:docMk/>
          <pc:sldMk cId="1330118856" sldId="1751"/>
        </pc:sldMkLst>
        <pc:spChg chg="mod">
          <ac:chgData name="PRAKASH PALANI" userId="2316453c-1004-4bb6-8e42-a5b93ab87253" providerId="ADAL" clId="{5B4B6087-30A0-4D48-A4DC-3773312EEE5B}" dt="2026-08-27T06:13:23.853" v="1264" actId="20577"/>
          <ac:spMkLst>
            <pc:docMk/>
            <pc:sldMk cId="1330118856" sldId="1751"/>
            <ac:spMk id="2" creationId="{26D6AEBB-A4BD-C007-B410-51BBFEEEFCC9}"/>
          </ac:spMkLst>
        </pc:spChg>
        <pc:spChg chg="del">
          <ac:chgData name="PRAKASH PALANI" userId="2316453c-1004-4bb6-8e42-a5b93ab87253" providerId="ADAL" clId="{5B4B6087-30A0-4D48-A4DC-3773312EEE5B}" dt="2026-08-26T06:09:06.175" v="272" actId="478"/>
          <ac:spMkLst>
            <pc:docMk/>
            <pc:sldMk cId="1330118856" sldId="1751"/>
            <ac:spMk id="3" creationId="{95334655-F1DD-C1B3-F4FD-02220E6063AA}"/>
          </ac:spMkLst>
        </pc:spChg>
        <pc:spChg chg="del">
          <ac:chgData name="PRAKASH PALANI" userId="2316453c-1004-4bb6-8e42-a5b93ab87253" providerId="ADAL" clId="{5B4B6087-30A0-4D48-A4DC-3773312EEE5B}" dt="2026-08-26T06:09:03.189" v="270" actId="478"/>
          <ac:spMkLst>
            <pc:docMk/>
            <pc:sldMk cId="1330118856" sldId="1751"/>
            <ac:spMk id="4" creationId="{40635D73-C180-7E5A-CA63-4A3A460703BE}"/>
          </ac:spMkLst>
        </pc:spChg>
        <pc:spChg chg="del">
          <ac:chgData name="PRAKASH PALANI" userId="2316453c-1004-4bb6-8e42-a5b93ab87253" providerId="ADAL" clId="{5B4B6087-30A0-4D48-A4DC-3773312EEE5B}" dt="2026-08-26T05:41:05.378" v="249" actId="478"/>
          <ac:spMkLst>
            <pc:docMk/>
            <pc:sldMk cId="1330118856" sldId="1751"/>
            <ac:spMk id="5" creationId="{E6970B55-256F-1FD2-425E-438B4B5FEB18}"/>
          </ac:spMkLst>
        </pc:spChg>
        <pc:spChg chg="del">
          <ac:chgData name="PRAKASH PALANI" userId="2316453c-1004-4bb6-8e42-a5b93ab87253" providerId="ADAL" clId="{5B4B6087-30A0-4D48-A4DC-3773312EEE5B}" dt="2026-08-26T05:41:07.004" v="250" actId="478"/>
          <ac:spMkLst>
            <pc:docMk/>
            <pc:sldMk cId="1330118856" sldId="1751"/>
            <ac:spMk id="6" creationId="{4B23BCA2-41EB-507B-9DA5-579C826E4714}"/>
          </ac:spMkLst>
        </pc:spChg>
        <pc:spChg chg="add mod">
          <ac:chgData name="PRAKASH PALANI" userId="2316453c-1004-4bb6-8e42-a5b93ab87253" providerId="ADAL" clId="{5B4B6087-30A0-4D48-A4DC-3773312EEE5B}" dt="2026-08-26T06:09:04.968" v="271" actId="1076"/>
          <ac:spMkLst>
            <pc:docMk/>
            <pc:sldMk cId="1330118856" sldId="1751"/>
            <ac:spMk id="8" creationId="{FCF91D66-5430-6D5B-9815-20824230C3B5}"/>
          </ac:spMkLst>
        </pc:spChg>
      </pc:sldChg>
      <pc:sldChg chg="addSp delSp modSp new mod">
        <pc:chgData name="PRAKASH PALANI" userId="2316453c-1004-4bb6-8e42-a5b93ab87253" providerId="ADAL" clId="{5B4B6087-30A0-4D48-A4DC-3773312EEE5B}" dt="2026-08-27T06:13:31.207" v="1268" actId="6549"/>
        <pc:sldMkLst>
          <pc:docMk/>
          <pc:sldMk cId="1991647964" sldId="1752"/>
        </pc:sldMkLst>
        <pc:spChg chg="mod">
          <ac:chgData name="PRAKASH PALANI" userId="2316453c-1004-4bb6-8e42-a5b93ab87253" providerId="ADAL" clId="{5B4B6087-30A0-4D48-A4DC-3773312EEE5B}" dt="2026-08-27T06:13:31.207" v="1268" actId="6549"/>
          <ac:spMkLst>
            <pc:docMk/>
            <pc:sldMk cId="1991647964" sldId="1752"/>
            <ac:spMk id="2" creationId="{9A40F264-B6CA-0CE4-7659-7DF68145B487}"/>
          </ac:spMkLst>
        </pc:spChg>
        <pc:spChg chg="del">
          <ac:chgData name="PRAKASH PALANI" userId="2316453c-1004-4bb6-8e42-a5b93ab87253" providerId="ADAL" clId="{5B4B6087-30A0-4D48-A4DC-3773312EEE5B}" dt="2026-08-26T07:02:11.745" v="1223" actId="478"/>
          <ac:spMkLst>
            <pc:docMk/>
            <pc:sldMk cId="1991647964" sldId="1752"/>
            <ac:spMk id="3" creationId="{F7107634-9830-F8AD-D1D1-5B771E1EF12E}"/>
          </ac:spMkLst>
        </pc:spChg>
        <pc:spChg chg="del mod">
          <ac:chgData name="PRAKASH PALANI" userId="2316453c-1004-4bb6-8e42-a5b93ab87253" providerId="ADAL" clId="{5B4B6087-30A0-4D48-A4DC-3773312EEE5B}" dt="2026-08-26T07:02:10.642" v="1222" actId="478"/>
          <ac:spMkLst>
            <pc:docMk/>
            <pc:sldMk cId="1991647964" sldId="1752"/>
            <ac:spMk id="4" creationId="{F4CE99F3-3DF2-21C8-D91F-4D55F7763428}"/>
          </ac:spMkLst>
        </pc:spChg>
        <pc:spChg chg="del">
          <ac:chgData name="PRAKASH PALANI" userId="2316453c-1004-4bb6-8e42-a5b93ab87253" providerId="ADAL" clId="{5B4B6087-30A0-4D48-A4DC-3773312EEE5B}" dt="2026-08-26T06:18:46.050" v="275" actId="478"/>
          <ac:spMkLst>
            <pc:docMk/>
            <pc:sldMk cId="1991647964" sldId="1752"/>
            <ac:spMk id="5" creationId="{FD3A5095-C886-0197-26CC-F50429B0DC58}"/>
          </ac:spMkLst>
        </pc:spChg>
        <pc:spChg chg="del">
          <ac:chgData name="PRAKASH PALANI" userId="2316453c-1004-4bb6-8e42-a5b93ab87253" providerId="ADAL" clId="{5B4B6087-30A0-4D48-A4DC-3773312EEE5B}" dt="2026-08-26T06:18:45.072" v="274" actId="478"/>
          <ac:spMkLst>
            <pc:docMk/>
            <pc:sldMk cId="1991647964" sldId="1752"/>
            <ac:spMk id="6" creationId="{556B7CEE-0E1B-63CE-4C10-F17976927AC8}"/>
          </ac:spMkLst>
        </pc:spChg>
        <pc:spChg chg="add mod">
          <ac:chgData name="PRAKASH PALANI" userId="2316453c-1004-4bb6-8e42-a5b93ab87253" providerId="ADAL" clId="{5B4B6087-30A0-4D48-A4DC-3773312EEE5B}" dt="2026-08-26T06:52:36.813" v="1029" actId="20577"/>
          <ac:spMkLst>
            <pc:docMk/>
            <pc:sldMk cId="1991647964" sldId="1752"/>
            <ac:spMk id="7" creationId="{CA596DA9-D9C5-1039-0FD5-C5A1747B773B}"/>
          </ac:spMkLst>
        </pc:spChg>
        <pc:spChg chg="add mod">
          <ac:chgData name="PRAKASH PALANI" userId="2316453c-1004-4bb6-8e42-a5b93ab87253" providerId="ADAL" clId="{5B4B6087-30A0-4D48-A4DC-3773312EEE5B}" dt="2026-08-26T06:53:06.571" v="1092" actId="14100"/>
          <ac:spMkLst>
            <pc:docMk/>
            <pc:sldMk cId="1991647964" sldId="1752"/>
            <ac:spMk id="10" creationId="{CC2797BD-4194-E89B-023B-0148FEC09C83}"/>
          </ac:spMkLst>
        </pc:spChg>
        <pc:spChg chg="add mod">
          <ac:chgData name="PRAKASH PALANI" userId="2316453c-1004-4bb6-8e42-a5b93ab87253" providerId="ADAL" clId="{5B4B6087-30A0-4D48-A4DC-3773312EEE5B}" dt="2026-08-26T07:00:51.857" v="1209" actId="20577"/>
          <ac:spMkLst>
            <pc:docMk/>
            <pc:sldMk cId="1991647964" sldId="1752"/>
            <ac:spMk id="14" creationId="{056DFD6C-0276-A8AB-33BC-FCB22EAF30D8}"/>
          </ac:spMkLst>
        </pc:spChg>
        <pc:graphicFrameChg chg="add mod modGraphic">
          <ac:chgData name="PRAKASH PALANI" userId="2316453c-1004-4bb6-8e42-a5b93ab87253" providerId="ADAL" clId="{5B4B6087-30A0-4D48-A4DC-3773312EEE5B}" dt="2026-08-26T07:01:58.672" v="1217" actId="1076"/>
          <ac:graphicFrameMkLst>
            <pc:docMk/>
            <pc:sldMk cId="1991647964" sldId="1752"/>
            <ac:graphicFrameMk id="8" creationId="{5629CF46-7D91-70A0-85FD-070A666F5603}"/>
          </ac:graphicFrameMkLst>
        </pc:graphicFrameChg>
        <pc:graphicFrameChg chg="add mod modGraphic">
          <ac:chgData name="PRAKASH PALANI" userId="2316453c-1004-4bb6-8e42-a5b93ab87253" providerId="ADAL" clId="{5B4B6087-30A0-4D48-A4DC-3773312EEE5B}" dt="2026-08-26T07:02:05.825" v="1220" actId="14100"/>
          <ac:graphicFrameMkLst>
            <pc:docMk/>
            <pc:sldMk cId="1991647964" sldId="1752"/>
            <ac:graphicFrameMk id="12" creationId="{EBEB0079-A737-D8F6-1C44-02A18F43A848}"/>
          </ac:graphicFrameMkLst>
        </pc:graphicFrameChg>
      </pc:sldChg>
      <pc:sldChg chg="modSp mod ord">
        <pc:chgData name="PRAKASH PALANI" userId="2316453c-1004-4bb6-8e42-a5b93ab87253" providerId="ADAL" clId="{5B4B6087-30A0-4D48-A4DC-3773312EEE5B}" dt="2026-08-27T06:18:09.086" v="1295"/>
        <pc:sldMkLst>
          <pc:docMk/>
          <pc:sldMk cId="2636139611" sldId="1753"/>
        </pc:sldMkLst>
        <pc:spChg chg="mod">
          <ac:chgData name="PRAKASH PALANI" userId="2316453c-1004-4bb6-8e42-a5b93ab87253" providerId="ADAL" clId="{5B4B6087-30A0-4D48-A4DC-3773312EEE5B}" dt="2026-08-27T06:16:16.469" v="1278" actId="20577"/>
          <ac:spMkLst>
            <pc:docMk/>
            <pc:sldMk cId="2636139611" sldId="1753"/>
            <ac:spMk id="6" creationId="{7E797059-90C0-E6F8-A947-7E37EE27308A}"/>
          </ac:spMkLst>
        </pc:spChg>
      </pc:sldChg>
      <pc:sldChg chg="modSp mod ord">
        <pc:chgData name="PRAKASH PALANI" userId="2316453c-1004-4bb6-8e42-a5b93ab87253" providerId="ADAL" clId="{5B4B6087-30A0-4D48-A4DC-3773312EEE5B}" dt="2026-08-27T06:18:09.086" v="1295"/>
        <pc:sldMkLst>
          <pc:docMk/>
          <pc:sldMk cId="1590465843" sldId="1754"/>
        </pc:sldMkLst>
        <pc:spChg chg="mod">
          <ac:chgData name="PRAKASH PALANI" userId="2316453c-1004-4bb6-8e42-a5b93ab87253" providerId="ADAL" clId="{5B4B6087-30A0-4D48-A4DC-3773312EEE5B}" dt="2026-08-27T06:16:19.457" v="1279" actId="20577"/>
          <ac:spMkLst>
            <pc:docMk/>
            <pc:sldMk cId="1590465843" sldId="1754"/>
            <ac:spMk id="5" creationId="{C38D5C77-EF8E-3932-6C29-F791995A75DF}"/>
          </ac:spMkLst>
        </pc:spChg>
      </pc:sldChg>
      <pc:sldChg chg="modSp add mod">
        <pc:chgData name="PRAKASH PALANI" userId="2316453c-1004-4bb6-8e42-a5b93ab87253" providerId="ADAL" clId="{5B4B6087-30A0-4D48-A4DC-3773312EEE5B}" dt="2026-08-27T06:16:40.199" v="1285" actId="13926"/>
        <pc:sldMkLst>
          <pc:docMk/>
          <pc:sldMk cId="2331203446" sldId="1755"/>
        </pc:sldMkLst>
        <pc:spChg chg="mod">
          <ac:chgData name="PRAKASH PALANI" userId="2316453c-1004-4bb6-8e42-a5b93ab87253" providerId="ADAL" clId="{5B4B6087-30A0-4D48-A4DC-3773312EEE5B}" dt="2026-08-27T06:15:19.782" v="1277" actId="33524"/>
          <ac:spMkLst>
            <pc:docMk/>
            <pc:sldMk cId="2331203446" sldId="1755"/>
            <ac:spMk id="4" creationId="{E50B9557-8D32-D17D-AA85-C61CD178F7E8}"/>
          </ac:spMkLst>
        </pc:spChg>
        <pc:spChg chg="mod">
          <ac:chgData name="PRAKASH PALANI" userId="2316453c-1004-4bb6-8e42-a5b93ab87253" providerId="ADAL" clId="{5B4B6087-30A0-4D48-A4DC-3773312EEE5B}" dt="2026-08-27T06:16:40.199" v="1285" actId="13926"/>
          <ac:spMkLst>
            <pc:docMk/>
            <pc:sldMk cId="2331203446" sldId="1755"/>
            <ac:spMk id="6" creationId="{035D6E06-BD19-AF3E-5661-D911D9C6A15D}"/>
          </ac:spMkLst>
        </pc:spChg>
      </pc:sldChg>
      <pc:sldChg chg="modSp add mod">
        <pc:chgData name="PRAKASH PALANI" userId="2316453c-1004-4bb6-8e42-a5b93ab87253" providerId="ADAL" clId="{5B4B6087-30A0-4D48-A4DC-3773312EEE5B}" dt="2026-08-27T06:18:50.025" v="1296" actId="1076"/>
        <pc:sldMkLst>
          <pc:docMk/>
          <pc:sldMk cId="760475941" sldId="1756"/>
        </pc:sldMkLst>
        <pc:spChg chg="mod">
          <ac:chgData name="PRAKASH PALANI" userId="2316453c-1004-4bb6-8e42-a5b93ab87253" providerId="ADAL" clId="{5B4B6087-30A0-4D48-A4DC-3773312EEE5B}" dt="2026-08-27T06:17:07.886" v="1291" actId="13926"/>
          <ac:spMkLst>
            <pc:docMk/>
            <pc:sldMk cId="760475941" sldId="1756"/>
            <ac:spMk id="2" creationId="{26D6AEBB-A4BD-C007-B410-51BBFEEEFCC9}"/>
          </ac:spMkLst>
        </pc:spChg>
        <pc:spChg chg="mod">
          <ac:chgData name="PRAKASH PALANI" userId="2316453c-1004-4bb6-8e42-a5b93ab87253" providerId="ADAL" clId="{5B4B6087-30A0-4D48-A4DC-3773312EEE5B}" dt="2026-08-27T06:18:50.025" v="1296" actId="1076"/>
          <ac:spMkLst>
            <pc:docMk/>
            <pc:sldMk cId="760475941" sldId="1756"/>
            <ac:spMk id="33" creationId="{54D1AFF4-D3FF-FF8C-C403-B4AB4167A208}"/>
          </ac:spMkLst>
        </pc:spChg>
        <pc:spChg chg="mod">
          <ac:chgData name="PRAKASH PALANI" userId="2316453c-1004-4bb6-8e42-a5b93ab87253" providerId="ADAL" clId="{5B4B6087-30A0-4D48-A4DC-3773312EEE5B}" dt="2026-08-27T06:18:50.025" v="1296" actId="1076"/>
          <ac:spMkLst>
            <pc:docMk/>
            <pc:sldMk cId="760475941" sldId="1756"/>
            <ac:spMk id="35" creationId="{F57C1A83-F1B2-7550-C999-B1F2C2745C2E}"/>
          </ac:spMkLst>
        </pc:spChg>
        <pc:spChg chg="mod">
          <ac:chgData name="PRAKASH PALANI" userId="2316453c-1004-4bb6-8e42-a5b93ab87253" providerId="ADAL" clId="{5B4B6087-30A0-4D48-A4DC-3773312EEE5B}" dt="2026-08-27T06:18:50.025" v="1296" actId="1076"/>
          <ac:spMkLst>
            <pc:docMk/>
            <pc:sldMk cId="760475941" sldId="1756"/>
            <ac:spMk id="37" creationId="{6BDFCC90-3798-1CA5-218D-2A05D893B188}"/>
          </ac:spMkLst>
        </pc:spChg>
        <pc:spChg chg="mod">
          <ac:chgData name="PRAKASH PALANI" userId="2316453c-1004-4bb6-8e42-a5b93ab87253" providerId="ADAL" clId="{5B4B6087-30A0-4D48-A4DC-3773312EEE5B}" dt="2026-08-27T06:18:50.025" v="1296" actId="1076"/>
          <ac:spMkLst>
            <pc:docMk/>
            <pc:sldMk cId="760475941" sldId="1756"/>
            <ac:spMk id="45" creationId="{FEDFA152-6AA0-4641-BDEA-4EDCA0B7FE40}"/>
          </ac:spMkLst>
        </pc:spChg>
        <pc:spChg chg="mod">
          <ac:chgData name="PRAKASH PALANI" userId="2316453c-1004-4bb6-8e42-a5b93ab87253" providerId="ADAL" clId="{5B4B6087-30A0-4D48-A4DC-3773312EEE5B}" dt="2026-08-27T06:18:50.025" v="1296" actId="1076"/>
          <ac:spMkLst>
            <pc:docMk/>
            <pc:sldMk cId="760475941" sldId="1756"/>
            <ac:spMk id="47" creationId="{5A82F9DC-E8B3-F6C9-8A31-5C57880EF6D4}"/>
          </ac:spMkLst>
        </pc:spChg>
        <pc:spChg chg="mod">
          <ac:chgData name="PRAKASH PALANI" userId="2316453c-1004-4bb6-8e42-a5b93ab87253" providerId="ADAL" clId="{5B4B6087-30A0-4D48-A4DC-3773312EEE5B}" dt="2026-08-27T06:18:50.025" v="1296" actId="1076"/>
          <ac:spMkLst>
            <pc:docMk/>
            <pc:sldMk cId="760475941" sldId="1756"/>
            <ac:spMk id="51" creationId="{92F1460E-2126-0397-AF88-92FAA839EA33}"/>
          </ac:spMkLst>
        </pc:spChg>
        <pc:spChg chg="mod">
          <ac:chgData name="PRAKASH PALANI" userId="2316453c-1004-4bb6-8e42-a5b93ab87253" providerId="ADAL" clId="{5B4B6087-30A0-4D48-A4DC-3773312EEE5B}" dt="2026-08-27T06:18:50.025" v="1296" actId="1076"/>
          <ac:spMkLst>
            <pc:docMk/>
            <pc:sldMk cId="760475941" sldId="1756"/>
            <ac:spMk id="69" creationId="{0ACE837F-70AF-8A23-DC29-34A295F5ADFF}"/>
          </ac:spMkLst>
        </pc:spChg>
        <pc:spChg chg="mod">
          <ac:chgData name="PRAKASH PALANI" userId="2316453c-1004-4bb6-8e42-a5b93ab87253" providerId="ADAL" clId="{5B4B6087-30A0-4D48-A4DC-3773312EEE5B}" dt="2026-08-27T06:18:50.025" v="1296" actId="1076"/>
          <ac:spMkLst>
            <pc:docMk/>
            <pc:sldMk cId="760475941" sldId="1756"/>
            <ac:spMk id="71" creationId="{5764F1CD-2620-F769-B360-7D9C8511621F}"/>
          </ac:spMkLst>
        </pc:spChg>
        <pc:spChg chg="mod">
          <ac:chgData name="PRAKASH PALANI" userId="2316453c-1004-4bb6-8e42-a5b93ab87253" providerId="ADAL" clId="{5B4B6087-30A0-4D48-A4DC-3773312EEE5B}" dt="2026-08-27T06:18:50.025" v="1296" actId="1076"/>
          <ac:spMkLst>
            <pc:docMk/>
            <pc:sldMk cId="760475941" sldId="1756"/>
            <ac:spMk id="73" creationId="{BD00464D-FD70-CEBA-C5CB-883DB33AE148}"/>
          </ac:spMkLst>
        </pc:spChg>
        <pc:spChg chg="mod">
          <ac:chgData name="PRAKASH PALANI" userId="2316453c-1004-4bb6-8e42-a5b93ab87253" providerId="ADAL" clId="{5B4B6087-30A0-4D48-A4DC-3773312EEE5B}" dt="2026-08-27T06:18:50.025" v="1296" actId="1076"/>
          <ac:spMkLst>
            <pc:docMk/>
            <pc:sldMk cId="760475941" sldId="1756"/>
            <ac:spMk id="77" creationId="{F62002C2-46FF-E9FD-3604-74ED4BCF8D0D}"/>
          </ac:spMkLst>
        </pc:spChg>
      </pc:sldChg>
      <pc:sldChg chg="modSp add mod">
        <pc:chgData name="PRAKASH PALANI" userId="2316453c-1004-4bb6-8e42-a5b93ab87253" providerId="ADAL" clId="{5B4B6087-30A0-4D48-A4DC-3773312EEE5B}" dt="2026-08-27T06:19:14.422" v="1297" actId="1076"/>
        <pc:sldMkLst>
          <pc:docMk/>
          <pc:sldMk cId="145313957" sldId="1757"/>
        </pc:sldMkLst>
        <pc:spChg chg="mod">
          <ac:chgData name="PRAKASH PALANI" userId="2316453c-1004-4bb6-8e42-a5b93ab87253" providerId="ADAL" clId="{5B4B6087-30A0-4D48-A4DC-3773312EEE5B}" dt="2026-08-27T06:17:29.267" v="1293"/>
          <ac:spMkLst>
            <pc:docMk/>
            <pc:sldMk cId="145313957" sldId="1757"/>
            <ac:spMk id="6" creationId="{7E797059-90C0-E6F8-A947-7E37EE27308A}"/>
          </ac:spMkLst>
        </pc:spChg>
        <pc:spChg chg="mod">
          <ac:chgData name="PRAKASH PALANI" userId="2316453c-1004-4bb6-8e42-a5b93ab87253" providerId="ADAL" clId="{5B4B6087-30A0-4D48-A4DC-3773312EEE5B}" dt="2026-08-27T06:19:14.422" v="1297" actId="1076"/>
          <ac:spMkLst>
            <pc:docMk/>
            <pc:sldMk cId="145313957" sldId="1757"/>
            <ac:spMk id="9" creationId="{1FC94D94-4FB5-1636-1B2C-4A8C803C341A}"/>
          </ac:spMkLst>
        </pc:spChg>
        <pc:spChg chg="mod">
          <ac:chgData name="PRAKASH PALANI" userId="2316453c-1004-4bb6-8e42-a5b93ab87253" providerId="ADAL" clId="{5B4B6087-30A0-4D48-A4DC-3773312EEE5B}" dt="2026-08-27T06:19:14.422" v="1297" actId="1076"/>
          <ac:spMkLst>
            <pc:docMk/>
            <pc:sldMk cId="145313957" sldId="1757"/>
            <ac:spMk id="14" creationId="{6F2D78B6-E8EC-EB01-A0E4-161635CE5883}"/>
          </ac:spMkLst>
        </pc:spChg>
        <pc:spChg chg="mod">
          <ac:chgData name="PRAKASH PALANI" userId="2316453c-1004-4bb6-8e42-a5b93ab87253" providerId="ADAL" clId="{5B4B6087-30A0-4D48-A4DC-3773312EEE5B}" dt="2026-08-27T06:19:14.422" v="1297" actId="1076"/>
          <ac:spMkLst>
            <pc:docMk/>
            <pc:sldMk cId="145313957" sldId="1757"/>
            <ac:spMk id="18" creationId="{0BA40066-C138-B54B-EDDF-41C48AB6EFBC}"/>
          </ac:spMkLst>
        </pc:spChg>
        <pc:picChg chg="mod">
          <ac:chgData name="PRAKASH PALANI" userId="2316453c-1004-4bb6-8e42-a5b93ab87253" providerId="ADAL" clId="{5B4B6087-30A0-4D48-A4DC-3773312EEE5B}" dt="2026-08-27T06:19:14.422" v="1297" actId="1076"/>
          <ac:picMkLst>
            <pc:docMk/>
            <pc:sldMk cId="145313957" sldId="1757"/>
            <ac:picMk id="5" creationId="{31009FFA-0AAE-842D-9E97-925E3D4A078F}"/>
          </ac:picMkLst>
        </pc:picChg>
      </pc:sldChg>
    </pc:docChg>
  </pc:docChgLst>
  <pc:docChgLst>
    <pc:chgData name="HASHIM MOHAMMED ABDUL JABBAR" userId="c5f9ebf7-b01f-4a9c-83ed-39af375886d5" providerId="ADAL" clId="{62AFB4FD-0612-49F9-B8C7-7B638A8A7F2A}"/>
    <pc:docChg chg="custSel modSld">
      <pc:chgData name="HASHIM MOHAMMED ABDUL JABBAR" userId="c5f9ebf7-b01f-4a9c-83ed-39af375886d5" providerId="ADAL" clId="{62AFB4FD-0612-49F9-B8C7-7B638A8A7F2A}" dt="2026-08-20T10:31:24.217" v="1213" actId="20577"/>
      <pc:docMkLst>
        <pc:docMk/>
      </pc:docMkLst>
      <pc:sldChg chg="modSp mod">
        <pc:chgData name="HASHIM MOHAMMED ABDUL JABBAR" userId="c5f9ebf7-b01f-4a9c-83ed-39af375886d5" providerId="ADAL" clId="{62AFB4FD-0612-49F9-B8C7-7B638A8A7F2A}" dt="2026-08-20T09:50:35.924" v="40" actId="20577"/>
        <pc:sldMkLst>
          <pc:docMk/>
          <pc:sldMk cId="1891800872" sldId="261"/>
        </pc:sldMkLst>
        <pc:spChg chg="mod">
          <ac:chgData name="HASHIM MOHAMMED ABDUL JABBAR" userId="c5f9ebf7-b01f-4a9c-83ed-39af375886d5" providerId="ADAL" clId="{62AFB4FD-0612-49F9-B8C7-7B638A8A7F2A}" dt="2026-08-20T09:50:24.318" v="18" actId="20577"/>
          <ac:spMkLst>
            <pc:docMk/>
            <pc:sldMk cId="1891800872" sldId="261"/>
            <ac:spMk id="2" creationId="{24AC6DD5-989A-474E-B36B-AF6C8BC7BDC3}"/>
          </ac:spMkLst>
        </pc:spChg>
        <pc:spChg chg="mod">
          <ac:chgData name="HASHIM MOHAMMED ABDUL JABBAR" userId="c5f9ebf7-b01f-4a9c-83ed-39af375886d5" providerId="ADAL" clId="{62AFB4FD-0612-49F9-B8C7-7B638A8A7F2A}" dt="2026-08-20T09:50:35.924" v="40" actId="20577"/>
          <ac:spMkLst>
            <pc:docMk/>
            <pc:sldMk cId="1891800872" sldId="261"/>
            <ac:spMk id="5" creationId="{4ADEB1C4-9C56-40A3-B4D5-C42AECC7FAA8}"/>
          </ac:spMkLst>
        </pc:spChg>
      </pc:sldChg>
    </pc:docChg>
  </pc:docChgLst>
  <pc:docChgLst>
    <pc:chgData name="KUGAN DHAYALAN" userId="73c1a481-deb9-4ab1-9a7f-deb3510d5d38" providerId="ADAL" clId="{A31D3B52-423E-4F94-9B26-A1620BDBC677}"/>
    <pc:docChg chg="custSel addSld modSld modNotesMaster">
      <pc:chgData name="KUGAN DHAYALAN" userId="73c1a481-deb9-4ab1-9a7f-deb3510d5d38" providerId="ADAL" clId="{A31D3B52-423E-4F94-9B26-A1620BDBC677}" dt="2026-08-27T06:01:20.915" v="1517" actId="1076"/>
      <pc:docMkLst>
        <pc:docMk/>
      </pc:docMkLst>
      <pc:sldChg chg="modNotes">
        <pc:chgData name="KUGAN DHAYALAN" userId="73c1a481-deb9-4ab1-9a7f-deb3510d5d38" providerId="ADAL" clId="{A31D3B52-423E-4F94-9B26-A1620BDBC677}" dt="2026-08-26T08:59:52.993" v="896" actId="26606"/>
        <pc:sldMkLst>
          <pc:docMk/>
          <pc:sldMk cId="571087438" sldId="1750"/>
        </pc:sldMkLst>
      </pc:sldChg>
      <pc:sldChg chg="addSp delSp modSp add mod modNotes">
        <pc:chgData name="KUGAN DHAYALAN" userId="73c1a481-deb9-4ab1-9a7f-deb3510d5d38" providerId="ADAL" clId="{A31D3B52-423E-4F94-9B26-A1620BDBC677}" dt="2026-08-27T06:01:08.845" v="1516" actId="20577"/>
        <pc:sldMkLst>
          <pc:docMk/>
          <pc:sldMk cId="2636139611" sldId="1753"/>
        </pc:sldMkLst>
        <pc:spChg chg="add mod">
          <ac:chgData name="KUGAN DHAYALAN" userId="73c1a481-deb9-4ab1-9a7f-deb3510d5d38" providerId="ADAL" clId="{A31D3B52-423E-4F94-9B26-A1620BDBC677}" dt="2026-08-26T09:18:41.522" v="901" actId="1076"/>
          <ac:spMkLst>
            <pc:docMk/>
            <pc:sldMk cId="2636139611" sldId="1753"/>
            <ac:spMk id="3" creationId="{1EB10495-EAED-679D-B60F-D34DE10863D8}"/>
          </ac:spMkLst>
        </pc:spChg>
        <pc:spChg chg="mod">
          <ac:chgData name="KUGAN DHAYALAN" userId="73c1a481-deb9-4ab1-9a7f-deb3510d5d38" providerId="ADAL" clId="{A31D3B52-423E-4F94-9B26-A1620BDBC677}" dt="2026-08-26T08:32:07.047" v="61" actId="20577"/>
          <ac:spMkLst>
            <pc:docMk/>
            <pc:sldMk cId="2636139611" sldId="1753"/>
            <ac:spMk id="4" creationId="{A3A8FD69-ECA7-A0A2-2423-4920571B167D}"/>
          </ac:spMkLst>
        </pc:spChg>
        <pc:spChg chg="mod">
          <ac:chgData name="KUGAN DHAYALAN" userId="73c1a481-deb9-4ab1-9a7f-deb3510d5d38" providerId="ADAL" clId="{A31D3B52-423E-4F94-9B26-A1620BDBC677}" dt="2026-08-26T08:31:59.453" v="58" actId="20577"/>
          <ac:spMkLst>
            <pc:docMk/>
            <pc:sldMk cId="2636139611" sldId="1753"/>
            <ac:spMk id="6" creationId="{7E797059-90C0-E6F8-A947-7E37EE27308A}"/>
          </ac:spMkLst>
        </pc:spChg>
        <pc:spChg chg="add mod">
          <ac:chgData name="KUGAN DHAYALAN" userId="73c1a481-deb9-4ab1-9a7f-deb3510d5d38" providerId="ADAL" clId="{A31D3B52-423E-4F94-9B26-A1620BDBC677}" dt="2026-08-27T05:42:48.126" v="964" actId="1076"/>
          <ac:spMkLst>
            <pc:docMk/>
            <pc:sldMk cId="2636139611" sldId="1753"/>
            <ac:spMk id="8" creationId="{73B912BE-1939-2C13-5C12-985820479887}"/>
          </ac:spMkLst>
        </pc:spChg>
        <pc:spChg chg="add mod">
          <ac:chgData name="KUGAN DHAYALAN" userId="73c1a481-deb9-4ab1-9a7f-deb3510d5d38" providerId="ADAL" clId="{A31D3B52-423E-4F94-9B26-A1620BDBC677}" dt="2026-08-27T06:01:08.845" v="1516" actId="20577"/>
          <ac:spMkLst>
            <pc:docMk/>
            <pc:sldMk cId="2636139611" sldId="1753"/>
            <ac:spMk id="9" creationId="{5B078DB0-D831-25D6-8684-D9ABCD884DD9}"/>
          </ac:spMkLst>
        </pc:spChg>
        <pc:spChg chg="mod">
          <ac:chgData name="KUGAN DHAYALAN" userId="73c1a481-deb9-4ab1-9a7f-deb3510d5d38" providerId="ADAL" clId="{A31D3B52-423E-4F94-9B26-A1620BDBC677}" dt="2026-08-26T09:12:24.285" v="898" actId="26606"/>
          <ac:spMkLst>
            <pc:docMk/>
            <pc:sldMk cId="2636139611" sldId="1753"/>
            <ac:spMk id="12" creationId="{3E38EF97-D715-3285-323A-16B1B6DF236B}"/>
          </ac:spMkLst>
        </pc:spChg>
        <pc:spChg chg="mod">
          <ac:chgData name="KUGAN DHAYALAN" userId="73c1a481-deb9-4ab1-9a7f-deb3510d5d38" providerId="ADAL" clId="{A31D3B52-423E-4F94-9B26-A1620BDBC677}" dt="2026-08-26T09:18:05.475" v="900" actId="26606"/>
          <ac:spMkLst>
            <pc:docMk/>
            <pc:sldMk cId="2636139611" sldId="1753"/>
            <ac:spMk id="28" creationId="{5AAFE431-B89F-4DAC-B978-760B2D3B02CF}"/>
          </ac:spMkLst>
        </pc:spChg>
        <pc:picChg chg="add mod">
          <ac:chgData name="KUGAN DHAYALAN" userId="73c1a481-deb9-4ab1-9a7f-deb3510d5d38" providerId="ADAL" clId="{A31D3B52-423E-4F94-9B26-A1620BDBC677}" dt="2026-08-27T05:42:46.013" v="963" actId="1076"/>
          <ac:picMkLst>
            <pc:docMk/>
            <pc:sldMk cId="2636139611" sldId="1753"/>
            <ac:picMk id="5" creationId="{0EB2041F-5983-4422-0416-791FC7E779AC}"/>
          </ac:picMkLst>
        </pc:picChg>
        <pc:picChg chg="add mod">
          <ac:chgData name="KUGAN DHAYALAN" userId="73c1a481-deb9-4ab1-9a7f-deb3510d5d38" providerId="ADAL" clId="{A31D3B52-423E-4F94-9B26-A1620BDBC677}" dt="2026-08-27T05:42:50.023" v="965" actId="1076"/>
          <ac:picMkLst>
            <pc:docMk/>
            <pc:sldMk cId="2636139611" sldId="1753"/>
            <ac:picMk id="10" creationId="{B7D51774-146F-C0DD-C9B3-B30554F4E4F2}"/>
          </ac:picMkLst>
        </pc:picChg>
        <pc:picChg chg="add mod">
          <ac:chgData name="KUGAN DHAYALAN" userId="73c1a481-deb9-4ab1-9a7f-deb3510d5d38" providerId="ADAL" clId="{A31D3B52-423E-4F94-9B26-A1620BDBC677}" dt="2026-08-27T05:42:52.218" v="966" actId="1076"/>
          <ac:picMkLst>
            <pc:docMk/>
            <pc:sldMk cId="2636139611" sldId="1753"/>
            <ac:picMk id="14" creationId="{1A958D8D-1730-CBEE-9085-53092A550996}"/>
          </ac:picMkLst>
        </pc:picChg>
        <pc:picChg chg="add mod">
          <ac:chgData name="KUGAN DHAYALAN" userId="73c1a481-deb9-4ab1-9a7f-deb3510d5d38" providerId="ADAL" clId="{A31D3B52-423E-4F94-9B26-A1620BDBC677}" dt="2026-08-27T05:42:56.109" v="968" actId="1076"/>
          <ac:picMkLst>
            <pc:docMk/>
            <pc:sldMk cId="2636139611" sldId="1753"/>
            <ac:picMk id="16" creationId="{F83F16E1-806E-B7DE-D7DB-6A41AFF74111}"/>
          </ac:picMkLst>
        </pc:picChg>
        <pc:picChg chg="add mod">
          <ac:chgData name="KUGAN DHAYALAN" userId="73c1a481-deb9-4ab1-9a7f-deb3510d5d38" providerId="ADAL" clId="{A31D3B52-423E-4F94-9B26-A1620BDBC677}" dt="2026-08-27T05:43:06.731" v="972" actId="14100"/>
          <ac:picMkLst>
            <pc:docMk/>
            <pc:sldMk cId="2636139611" sldId="1753"/>
            <ac:picMk id="18" creationId="{9D8146FA-26F3-C14B-F1DE-18E983A968BF}"/>
          </ac:picMkLst>
        </pc:picChg>
        <pc:picChg chg="add mod">
          <ac:chgData name="KUGAN DHAYALAN" userId="73c1a481-deb9-4ab1-9a7f-deb3510d5d38" providerId="ADAL" clId="{A31D3B52-423E-4F94-9B26-A1620BDBC677}" dt="2026-08-27T05:43:16.477" v="976" actId="14100"/>
          <ac:picMkLst>
            <pc:docMk/>
            <pc:sldMk cId="2636139611" sldId="1753"/>
            <ac:picMk id="20" creationId="{1C4125DD-9073-8C2A-523E-2E44A598C253}"/>
          </ac:picMkLst>
        </pc:picChg>
        <pc:picChg chg="add mod">
          <ac:chgData name="KUGAN DHAYALAN" userId="73c1a481-deb9-4ab1-9a7f-deb3510d5d38" providerId="ADAL" clId="{A31D3B52-423E-4F94-9B26-A1620BDBC677}" dt="2026-08-27T05:43:27.331" v="980" actId="14100"/>
          <ac:picMkLst>
            <pc:docMk/>
            <pc:sldMk cId="2636139611" sldId="1753"/>
            <ac:picMk id="23" creationId="{E11A049A-927A-C341-E057-357FEB4555FF}"/>
          </ac:picMkLst>
        </pc:picChg>
        <pc:picChg chg="add mod">
          <ac:chgData name="KUGAN DHAYALAN" userId="73c1a481-deb9-4ab1-9a7f-deb3510d5d38" providerId="ADAL" clId="{A31D3B52-423E-4F94-9B26-A1620BDBC677}" dt="2026-08-27T05:43:51.143" v="984" actId="14100"/>
          <ac:picMkLst>
            <pc:docMk/>
            <pc:sldMk cId="2636139611" sldId="1753"/>
            <ac:picMk id="24" creationId="{FC58F9E5-0560-2F2B-5DC6-9AE16449447D}"/>
          </ac:picMkLst>
        </pc:picChg>
        <pc:picChg chg="del">
          <ac:chgData name="KUGAN DHAYALAN" userId="73c1a481-deb9-4ab1-9a7f-deb3510d5d38" providerId="ADAL" clId="{A31D3B52-423E-4F94-9B26-A1620BDBC677}" dt="2026-08-26T08:37:49.951" v="88" actId="478"/>
          <ac:picMkLst>
            <pc:docMk/>
            <pc:sldMk cId="2636139611" sldId="1753"/>
            <ac:picMk id="35" creationId="{C11BCD86-B4DE-2E57-3983-A749FA0FB101}"/>
          </ac:picMkLst>
        </pc:picChg>
      </pc:sldChg>
      <pc:sldChg chg="addSp delSp modSp add mod">
        <pc:chgData name="KUGAN DHAYALAN" userId="73c1a481-deb9-4ab1-9a7f-deb3510d5d38" providerId="ADAL" clId="{A31D3B52-423E-4F94-9B26-A1620BDBC677}" dt="2026-08-27T06:01:20.915" v="1517" actId="1076"/>
        <pc:sldMkLst>
          <pc:docMk/>
          <pc:sldMk cId="1590465843" sldId="1754"/>
        </pc:sldMkLst>
        <pc:spChg chg="del">
          <ac:chgData name="KUGAN DHAYALAN" userId="73c1a481-deb9-4ab1-9a7f-deb3510d5d38" providerId="ADAL" clId="{A31D3B52-423E-4F94-9B26-A1620BDBC677}" dt="2026-08-27T05:45:46.704" v="988" actId="478"/>
          <ac:spMkLst>
            <pc:docMk/>
            <pc:sldMk cId="1590465843" sldId="1754"/>
            <ac:spMk id="2" creationId="{9C076B50-C090-BB5F-D262-82E0BC2D0AE4}"/>
          </ac:spMkLst>
        </pc:spChg>
        <pc:spChg chg="add del mod">
          <ac:chgData name="KUGAN DHAYALAN" userId="73c1a481-deb9-4ab1-9a7f-deb3510d5d38" providerId="ADAL" clId="{A31D3B52-423E-4F94-9B26-A1620BDBC677}" dt="2026-08-27T05:45:49.048" v="989" actId="478"/>
          <ac:spMkLst>
            <pc:docMk/>
            <pc:sldMk cId="1590465843" sldId="1754"/>
            <ac:spMk id="4" creationId="{D84061A6-4A6A-351B-F6ED-CA59BCE09B74}"/>
          </ac:spMkLst>
        </pc:spChg>
        <pc:spChg chg="add mod">
          <ac:chgData name="KUGAN DHAYALAN" userId="73c1a481-deb9-4ab1-9a7f-deb3510d5d38" providerId="ADAL" clId="{A31D3B52-423E-4F94-9B26-A1620BDBC677}" dt="2026-08-27T05:45:50.234" v="990"/>
          <ac:spMkLst>
            <pc:docMk/>
            <pc:sldMk cId="1590465843" sldId="1754"/>
            <ac:spMk id="5" creationId="{C38D5C77-EF8E-3932-6C29-F791995A75DF}"/>
          </ac:spMkLst>
        </pc:spChg>
        <pc:spChg chg="del">
          <ac:chgData name="KUGAN DHAYALAN" userId="73c1a481-deb9-4ab1-9a7f-deb3510d5d38" providerId="ADAL" clId="{A31D3B52-423E-4F94-9B26-A1620BDBC677}" dt="2026-08-27T05:45:52.665" v="991" actId="478"/>
          <ac:spMkLst>
            <pc:docMk/>
            <pc:sldMk cId="1590465843" sldId="1754"/>
            <ac:spMk id="7" creationId="{BD97622A-577C-1037-A22E-BC95DE88FA49}"/>
          </ac:spMkLst>
        </pc:spChg>
        <pc:spChg chg="del">
          <ac:chgData name="KUGAN DHAYALAN" userId="73c1a481-deb9-4ab1-9a7f-deb3510d5d38" providerId="ADAL" clId="{A31D3B52-423E-4F94-9B26-A1620BDBC677}" dt="2026-08-27T05:45:55.867" v="993" actId="478"/>
          <ac:spMkLst>
            <pc:docMk/>
            <pc:sldMk cId="1590465843" sldId="1754"/>
            <ac:spMk id="10" creationId="{AF860B10-3262-A534-68AC-BC8A06C1FDCE}"/>
          </ac:spMkLst>
        </pc:spChg>
        <pc:spChg chg="del">
          <ac:chgData name="KUGAN DHAYALAN" userId="73c1a481-deb9-4ab1-9a7f-deb3510d5d38" providerId="ADAL" clId="{A31D3B52-423E-4F94-9B26-A1620BDBC677}" dt="2026-08-27T05:45:56.647" v="994" actId="478"/>
          <ac:spMkLst>
            <pc:docMk/>
            <pc:sldMk cId="1590465843" sldId="1754"/>
            <ac:spMk id="14" creationId="{0318FEA2-646A-239C-AF69-41E138349364}"/>
          </ac:spMkLst>
        </pc:spChg>
        <pc:spChg chg="mod">
          <ac:chgData name="KUGAN DHAYALAN" userId="73c1a481-deb9-4ab1-9a7f-deb3510d5d38" providerId="ADAL" clId="{A31D3B52-423E-4F94-9B26-A1620BDBC677}" dt="2026-08-27T05:59:03.621" v="1460" actId="1076"/>
          <ac:spMkLst>
            <pc:docMk/>
            <pc:sldMk cId="1590465843" sldId="1754"/>
            <ac:spMk id="28" creationId="{136E8287-DCAE-156D-9201-2FD251DF0C7D}"/>
          </ac:spMkLst>
        </pc:spChg>
        <pc:spChg chg="mod">
          <ac:chgData name="KUGAN DHAYALAN" userId="73c1a481-deb9-4ab1-9a7f-deb3510d5d38" providerId="ADAL" clId="{A31D3B52-423E-4F94-9B26-A1620BDBC677}" dt="2026-08-27T06:01:20.915" v="1517" actId="1076"/>
          <ac:spMkLst>
            <pc:docMk/>
            <pc:sldMk cId="1590465843" sldId="1754"/>
            <ac:spMk id="30" creationId="{B91841FD-0DEB-0EAF-6901-AA5C346F8E2A}"/>
          </ac:spMkLst>
        </pc:spChg>
        <pc:spChg chg="add">
          <ac:chgData name="KUGAN DHAYALAN" userId="73c1a481-deb9-4ab1-9a7f-deb3510d5d38" providerId="ADAL" clId="{A31D3B52-423E-4F94-9B26-A1620BDBC677}" dt="2026-08-27T05:53:47.075" v="1030" actId="22"/>
          <ac:spMkLst>
            <pc:docMk/>
            <pc:sldMk cId="1590465843" sldId="1754"/>
            <ac:spMk id="32" creationId="{38AD34DA-C5E1-A69B-C08F-176E83875070}"/>
          </ac:spMkLst>
        </pc:spChg>
        <pc:spChg chg="add">
          <ac:chgData name="KUGAN DHAYALAN" userId="73c1a481-deb9-4ab1-9a7f-deb3510d5d38" providerId="ADAL" clId="{A31D3B52-423E-4F94-9B26-A1620BDBC677}" dt="2026-08-27T05:53:47.075" v="1030" actId="22"/>
          <ac:spMkLst>
            <pc:docMk/>
            <pc:sldMk cId="1590465843" sldId="1754"/>
            <ac:spMk id="34" creationId="{9759F92E-500F-9BF0-3677-E5ED9F8C8003}"/>
          </ac:spMkLst>
        </pc:spChg>
        <pc:spChg chg="mod">
          <ac:chgData name="KUGAN DHAYALAN" userId="73c1a481-deb9-4ab1-9a7f-deb3510d5d38" providerId="ADAL" clId="{A31D3B52-423E-4F94-9B26-A1620BDBC677}" dt="2026-08-27T05:59:13.360" v="1463" actId="1076"/>
          <ac:spMkLst>
            <pc:docMk/>
            <pc:sldMk cId="1590465843" sldId="1754"/>
            <ac:spMk id="36" creationId="{5595DED9-DAD5-7C09-9033-858F9982978E}"/>
          </ac:spMkLst>
        </pc:spChg>
        <pc:spChg chg="mod">
          <ac:chgData name="KUGAN DHAYALAN" userId="73c1a481-deb9-4ab1-9a7f-deb3510d5d38" providerId="ADAL" clId="{A31D3B52-423E-4F94-9B26-A1620BDBC677}" dt="2026-08-27T05:54:58.654" v="1128" actId="20577"/>
          <ac:spMkLst>
            <pc:docMk/>
            <pc:sldMk cId="1590465843" sldId="1754"/>
            <ac:spMk id="38" creationId="{EC1C7779-20E4-843E-3993-A55D2BB63A58}"/>
          </ac:spMkLst>
        </pc:spChg>
        <pc:spChg chg="add mod">
          <ac:chgData name="KUGAN DHAYALAN" userId="73c1a481-deb9-4ab1-9a7f-deb3510d5d38" providerId="ADAL" clId="{A31D3B52-423E-4F94-9B26-A1620BDBC677}" dt="2026-08-27T05:53:49.226" v="1031" actId="1076"/>
          <ac:spMkLst>
            <pc:docMk/>
            <pc:sldMk cId="1590465843" sldId="1754"/>
            <ac:spMk id="40" creationId="{A0B9813A-10D6-8E0E-16DC-C0106C3A06D4}"/>
          </ac:spMkLst>
        </pc:spChg>
        <pc:spChg chg="mod">
          <ac:chgData name="KUGAN DHAYALAN" userId="73c1a481-deb9-4ab1-9a7f-deb3510d5d38" providerId="ADAL" clId="{A31D3B52-423E-4F94-9B26-A1620BDBC677}" dt="2026-08-27T05:53:49.226" v="1031" actId="1076"/>
          <ac:spMkLst>
            <pc:docMk/>
            <pc:sldMk cId="1590465843" sldId="1754"/>
            <ac:spMk id="42" creationId="{9C0C6CF5-CBCE-EF93-D569-CC4287B1BAB5}"/>
          </ac:spMkLst>
        </pc:spChg>
        <pc:spChg chg="add mod">
          <ac:chgData name="KUGAN DHAYALAN" userId="73c1a481-deb9-4ab1-9a7f-deb3510d5d38" providerId="ADAL" clId="{A31D3B52-423E-4F94-9B26-A1620BDBC677}" dt="2026-08-27T05:59:18.510" v="1464" actId="1076"/>
          <ac:spMkLst>
            <pc:docMk/>
            <pc:sldMk cId="1590465843" sldId="1754"/>
            <ac:spMk id="44" creationId="{64B701AB-EAC8-0A02-4587-BC605C999D65}"/>
          </ac:spMkLst>
        </pc:spChg>
        <pc:spChg chg="mod">
          <ac:chgData name="KUGAN DHAYALAN" userId="73c1a481-deb9-4ab1-9a7f-deb3510d5d38" providerId="ADAL" clId="{A31D3B52-423E-4F94-9B26-A1620BDBC677}" dt="2026-08-27T05:55:04.035" v="1145" actId="20577"/>
          <ac:spMkLst>
            <pc:docMk/>
            <pc:sldMk cId="1590465843" sldId="1754"/>
            <ac:spMk id="46" creationId="{074618CF-E207-A197-CC91-A687A7A71A08}"/>
          </ac:spMkLst>
        </pc:spChg>
        <pc:spChg chg="mod">
          <ac:chgData name="KUGAN DHAYALAN" userId="73c1a481-deb9-4ab1-9a7f-deb3510d5d38" providerId="ADAL" clId="{A31D3B52-423E-4F94-9B26-A1620BDBC677}" dt="2026-08-27T05:59:24.657" v="1465" actId="1076"/>
          <ac:spMkLst>
            <pc:docMk/>
            <pc:sldMk cId="1590465843" sldId="1754"/>
            <ac:spMk id="52" creationId="{E4523A32-D8BC-EF0A-6EC0-2599892E47E5}"/>
          </ac:spMkLst>
        </pc:spChg>
        <pc:spChg chg="mod">
          <ac:chgData name="KUGAN DHAYALAN" userId="73c1a481-deb9-4ab1-9a7f-deb3510d5d38" providerId="ADAL" clId="{A31D3B52-423E-4F94-9B26-A1620BDBC677}" dt="2026-08-27T05:59:45.005" v="1472" actId="27636"/>
          <ac:spMkLst>
            <pc:docMk/>
            <pc:sldMk cId="1590465843" sldId="1754"/>
            <ac:spMk id="54" creationId="{2567E416-E107-3166-9786-FE04C605B7A3}"/>
          </ac:spMkLst>
        </pc:spChg>
        <pc:spChg chg="mod">
          <ac:chgData name="KUGAN DHAYALAN" userId="73c1a481-deb9-4ab1-9a7f-deb3510d5d38" providerId="ADAL" clId="{A31D3B52-423E-4F94-9B26-A1620BDBC677}" dt="2026-08-27T05:53:49.226" v="1031" actId="1076"/>
          <ac:spMkLst>
            <pc:docMk/>
            <pc:sldMk cId="1590465843" sldId="1754"/>
            <ac:spMk id="58" creationId="{05023061-5D66-CD6B-CBF5-B3A6CC11B775}"/>
          </ac:spMkLst>
        </pc:spChg>
        <pc:spChg chg="mod">
          <ac:chgData name="KUGAN DHAYALAN" userId="73c1a481-deb9-4ab1-9a7f-deb3510d5d38" providerId="ADAL" clId="{A31D3B52-423E-4F94-9B26-A1620BDBC677}" dt="2026-08-27T05:59:29.058" v="1466" actId="1076"/>
          <ac:spMkLst>
            <pc:docMk/>
            <pc:sldMk cId="1590465843" sldId="1754"/>
            <ac:spMk id="60" creationId="{BEF50E5D-1018-1349-CAAC-53188D595C6D}"/>
          </ac:spMkLst>
        </pc:spChg>
        <pc:spChg chg="mod">
          <ac:chgData name="KUGAN DHAYALAN" userId="73c1a481-deb9-4ab1-9a7f-deb3510d5d38" providerId="ADAL" clId="{A31D3B52-423E-4F94-9B26-A1620BDBC677}" dt="2026-08-27T05:55:52.560" v="1261" actId="20577"/>
          <ac:spMkLst>
            <pc:docMk/>
            <pc:sldMk cId="1590465843" sldId="1754"/>
            <ac:spMk id="62" creationId="{559CB1CC-DE82-7377-2842-62F4C9F6421D}"/>
          </ac:spMkLst>
        </pc:spChg>
        <pc:spChg chg="add">
          <ac:chgData name="KUGAN DHAYALAN" userId="73c1a481-deb9-4ab1-9a7f-deb3510d5d38" providerId="ADAL" clId="{A31D3B52-423E-4F94-9B26-A1620BDBC677}" dt="2026-08-27T05:53:47.075" v="1030" actId="22"/>
          <ac:spMkLst>
            <pc:docMk/>
            <pc:sldMk cId="1590465843" sldId="1754"/>
            <ac:spMk id="66" creationId="{795C087D-D087-DE84-8E5B-34DE430DC008}"/>
          </ac:spMkLst>
        </pc:spChg>
        <pc:spChg chg="add mod">
          <ac:chgData name="KUGAN DHAYALAN" userId="73c1a481-deb9-4ab1-9a7f-deb3510d5d38" providerId="ADAL" clId="{A31D3B52-423E-4F94-9B26-A1620BDBC677}" dt="2026-08-27T05:59:33.439" v="1467" actId="1076"/>
          <ac:spMkLst>
            <pc:docMk/>
            <pc:sldMk cId="1590465843" sldId="1754"/>
            <ac:spMk id="68" creationId="{670DFCCB-27BB-1A59-30A9-F738B2E7A4BA}"/>
          </ac:spMkLst>
        </pc:spChg>
        <pc:spChg chg="add del mod">
          <ac:chgData name="KUGAN DHAYALAN" userId="73c1a481-deb9-4ab1-9a7f-deb3510d5d38" providerId="ADAL" clId="{A31D3B52-423E-4F94-9B26-A1620BDBC677}" dt="2026-08-27T05:56:00.801" v="1262" actId="478"/>
          <ac:spMkLst>
            <pc:docMk/>
            <pc:sldMk cId="1590465843" sldId="1754"/>
            <ac:spMk id="70" creationId="{0538EE80-4C1F-048A-17B8-1583616CB477}"/>
          </ac:spMkLst>
        </pc:spChg>
        <pc:spChg chg="add">
          <ac:chgData name="KUGAN DHAYALAN" userId="73c1a481-deb9-4ab1-9a7f-deb3510d5d38" providerId="ADAL" clId="{A31D3B52-423E-4F94-9B26-A1620BDBC677}" dt="2026-08-27T05:53:47.075" v="1030" actId="22"/>
          <ac:spMkLst>
            <pc:docMk/>
            <pc:sldMk cId="1590465843" sldId="1754"/>
            <ac:spMk id="72" creationId="{761C4B1B-7758-882F-7848-F24376591A1E}"/>
          </ac:spMkLst>
        </pc:spChg>
        <pc:spChg chg="mod">
          <ac:chgData name="KUGAN DHAYALAN" userId="73c1a481-deb9-4ab1-9a7f-deb3510d5d38" providerId="ADAL" clId="{A31D3B52-423E-4F94-9B26-A1620BDBC677}" dt="2026-08-27T05:59:37.213" v="1468" actId="1076"/>
          <ac:spMkLst>
            <pc:docMk/>
            <pc:sldMk cId="1590465843" sldId="1754"/>
            <ac:spMk id="76" creationId="{46E4B420-8D88-2A58-DBCB-04FBD6D51B68}"/>
          </ac:spMkLst>
        </pc:spChg>
        <pc:spChg chg="add mod">
          <ac:chgData name="KUGAN DHAYALAN" userId="73c1a481-deb9-4ab1-9a7f-deb3510d5d38" providerId="ADAL" clId="{A31D3B52-423E-4F94-9B26-A1620BDBC677}" dt="2026-08-27T06:00:16.194" v="1484" actId="403"/>
          <ac:spMkLst>
            <pc:docMk/>
            <pc:sldMk cId="1590465843" sldId="1754"/>
            <ac:spMk id="78" creationId="{F32E588A-D2B5-69A8-2979-3471E953707A}"/>
          </ac:spMkLst>
        </pc:spChg>
        <pc:spChg chg="del">
          <ac:chgData name="KUGAN DHAYALAN" userId="73c1a481-deb9-4ab1-9a7f-deb3510d5d38" providerId="ADAL" clId="{A31D3B52-423E-4F94-9B26-A1620BDBC677}" dt="2026-08-27T05:57:25.744" v="1367" actId="478"/>
          <ac:spMkLst>
            <pc:docMk/>
            <pc:sldMk cId="1590465843" sldId="1754"/>
            <ac:spMk id="80" creationId="{FD0FD28E-2E03-E00F-FF8A-3F4794BEFF12}"/>
          </ac:spMkLst>
        </pc:spChg>
        <pc:spChg chg="del">
          <ac:chgData name="KUGAN DHAYALAN" userId="73c1a481-deb9-4ab1-9a7f-deb3510d5d38" providerId="ADAL" clId="{A31D3B52-423E-4F94-9B26-A1620BDBC677}" dt="2026-08-27T05:57:23.016" v="1364" actId="478"/>
          <ac:spMkLst>
            <pc:docMk/>
            <pc:sldMk cId="1590465843" sldId="1754"/>
            <ac:spMk id="82" creationId="{396D84AC-19D2-0620-FC72-83340BE6DBF7}"/>
          </ac:spMkLst>
        </pc:spChg>
        <pc:spChg chg="add del">
          <ac:chgData name="KUGAN DHAYALAN" userId="73c1a481-deb9-4ab1-9a7f-deb3510d5d38" providerId="ADAL" clId="{A31D3B52-423E-4F94-9B26-A1620BDBC677}" dt="2026-08-27T05:57:25.185" v="1366" actId="478"/>
          <ac:spMkLst>
            <pc:docMk/>
            <pc:sldMk cId="1590465843" sldId="1754"/>
            <ac:spMk id="84" creationId="{4B6D89BD-5499-DD32-D4E8-0696D16311E7}"/>
          </ac:spMkLst>
        </pc:spChg>
        <pc:spChg chg="del">
          <ac:chgData name="KUGAN DHAYALAN" userId="73c1a481-deb9-4ab1-9a7f-deb3510d5d38" providerId="ADAL" clId="{A31D3B52-423E-4F94-9B26-A1620BDBC677}" dt="2026-08-27T05:57:23.918" v="1365" actId="478"/>
          <ac:spMkLst>
            <pc:docMk/>
            <pc:sldMk cId="1590465843" sldId="1754"/>
            <ac:spMk id="86" creationId="{786F19AD-1EF3-0510-D2AF-73F2421945F3}"/>
          </ac:spMkLst>
        </pc:spChg>
        <pc:spChg chg="del mod">
          <ac:chgData name="KUGAN DHAYALAN" userId="73c1a481-deb9-4ab1-9a7f-deb3510d5d38" providerId="ADAL" clId="{A31D3B52-423E-4F94-9B26-A1620BDBC677}" dt="2026-08-27T05:57:22.388" v="1363" actId="478"/>
          <ac:spMkLst>
            <pc:docMk/>
            <pc:sldMk cId="1590465843" sldId="1754"/>
            <ac:spMk id="88" creationId="{5E01BC4C-2265-C2E7-8101-BEB7A1A7484F}"/>
          </ac:spMkLst>
        </pc:spChg>
        <pc:spChg chg="del">
          <ac:chgData name="KUGAN DHAYALAN" userId="73c1a481-deb9-4ab1-9a7f-deb3510d5d38" providerId="ADAL" clId="{A31D3B52-423E-4F94-9B26-A1620BDBC677}" dt="2026-08-27T05:57:20.302" v="1361" actId="478"/>
          <ac:spMkLst>
            <pc:docMk/>
            <pc:sldMk cId="1590465843" sldId="1754"/>
            <ac:spMk id="90" creationId="{11AB9351-8772-FF8E-AA74-7759457B6FAB}"/>
          </ac:spMkLst>
        </pc:spChg>
        <pc:spChg chg="del">
          <ac:chgData name="KUGAN DHAYALAN" userId="73c1a481-deb9-4ab1-9a7f-deb3510d5d38" providerId="ADAL" clId="{A31D3B52-423E-4F94-9B26-A1620BDBC677}" dt="2026-08-27T05:57:21.493" v="1362" actId="478"/>
          <ac:spMkLst>
            <pc:docMk/>
            <pc:sldMk cId="1590465843" sldId="1754"/>
            <ac:spMk id="92" creationId="{B3979BE8-9350-7861-6F73-2C7EE7F51010}"/>
          </ac:spMkLst>
        </pc:spChg>
        <pc:spChg chg="del">
          <ac:chgData name="KUGAN DHAYALAN" userId="73c1a481-deb9-4ab1-9a7f-deb3510d5d38" providerId="ADAL" clId="{A31D3B52-423E-4F94-9B26-A1620BDBC677}" dt="2026-08-27T05:57:19.618" v="1360" actId="478"/>
          <ac:spMkLst>
            <pc:docMk/>
            <pc:sldMk cId="1590465843" sldId="1754"/>
            <ac:spMk id="94" creationId="{705B8025-37EE-6193-126E-85E345561FB4}"/>
          </ac:spMkLst>
        </pc:spChg>
        <pc:spChg chg="add mod">
          <ac:chgData name="KUGAN DHAYALAN" userId="73c1a481-deb9-4ab1-9a7f-deb3510d5d38" providerId="ADAL" clId="{A31D3B52-423E-4F94-9B26-A1620BDBC677}" dt="2026-08-27T05:56:23.162" v="1265" actId="1076"/>
          <ac:spMkLst>
            <pc:docMk/>
            <pc:sldMk cId="1590465843" sldId="1754"/>
            <ac:spMk id="96" creationId="{60523B1B-2D99-FB40-2167-A5C6B0F8608A}"/>
          </ac:spMkLst>
        </pc:spChg>
        <pc:spChg chg="add del mod">
          <ac:chgData name="KUGAN DHAYALAN" userId="73c1a481-deb9-4ab1-9a7f-deb3510d5d38" providerId="ADAL" clId="{A31D3B52-423E-4F94-9B26-A1620BDBC677}" dt="2026-08-27T05:58:11.172" v="1379" actId="478"/>
          <ac:spMkLst>
            <pc:docMk/>
            <pc:sldMk cId="1590465843" sldId="1754"/>
            <ac:spMk id="97" creationId="{A729E262-7494-EFAA-E7CC-D71B08082A4B}"/>
          </ac:spMkLst>
        </pc:spChg>
        <pc:spChg chg="add mod">
          <ac:chgData name="KUGAN DHAYALAN" userId="73c1a481-deb9-4ab1-9a7f-deb3510d5d38" providerId="ADAL" clId="{A31D3B52-423E-4F94-9B26-A1620BDBC677}" dt="2026-08-27T05:58:03.122" v="1374" actId="571"/>
          <ac:spMkLst>
            <pc:docMk/>
            <pc:sldMk cId="1590465843" sldId="1754"/>
            <ac:spMk id="98" creationId="{88AB5988-0C74-B5D5-A1B6-7E8976E1D2F7}"/>
          </ac:spMkLst>
        </pc:spChg>
        <pc:spChg chg="add mod">
          <ac:chgData name="KUGAN DHAYALAN" userId="73c1a481-deb9-4ab1-9a7f-deb3510d5d38" providerId="ADAL" clId="{A31D3B52-423E-4F94-9B26-A1620BDBC677}" dt="2026-08-27T05:58:08.747" v="1378" actId="20577"/>
          <ac:spMkLst>
            <pc:docMk/>
            <pc:sldMk cId="1590465843" sldId="1754"/>
            <ac:spMk id="100" creationId="{FA2873C1-3E9C-3150-D8F6-83F28B1EAE4D}"/>
          </ac:spMkLst>
        </pc:spChg>
        <pc:spChg chg="add mod">
          <ac:chgData name="KUGAN DHAYALAN" userId="73c1a481-deb9-4ab1-9a7f-deb3510d5d38" providerId="ADAL" clId="{A31D3B52-423E-4F94-9B26-A1620BDBC677}" dt="2026-08-27T05:58:18.909" v="1383" actId="20577"/>
          <ac:spMkLst>
            <pc:docMk/>
            <pc:sldMk cId="1590465843" sldId="1754"/>
            <ac:spMk id="102" creationId="{FA1E8834-7376-CAB5-0C55-448F7E4055EE}"/>
          </ac:spMkLst>
        </pc:spChg>
        <pc:spChg chg="add mod">
          <ac:chgData name="KUGAN DHAYALAN" userId="73c1a481-deb9-4ab1-9a7f-deb3510d5d38" providerId="ADAL" clId="{A31D3B52-423E-4F94-9B26-A1620BDBC677}" dt="2026-08-27T06:00:27.951" v="1488" actId="20577"/>
          <ac:spMkLst>
            <pc:docMk/>
            <pc:sldMk cId="1590465843" sldId="1754"/>
            <ac:spMk id="104" creationId="{A7040033-A80D-2788-602E-93BC188831BC}"/>
          </ac:spMkLst>
        </pc:spChg>
        <pc:spChg chg="add mod">
          <ac:chgData name="KUGAN DHAYALAN" userId="73c1a481-deb9-4ab1-9a7f-deb3510d5d38" providerId="ADAL" clId="{A31D3B52-423E-4F94-9B26-A1620BDBC677}" dt="2026-08-27T06:00:37.199" v="1492" actId="20577"/>
          <ac:spMkLst>
            <pc:docMk/>
            <pc:sldMk cId="1590465843" sldId="1754"/>
            <ac:spMk id="106" creationId="{50060F1E-9206-BC88-7435-6DFE6FAB6B71}"/>
          </ac:spMkLst>
        </pc:spChg>
        <pc:spChg chg="add mod">
          <ac:chgData name="KUGAN DHAYALAN" userId="73c1a481-deb9-4ab1-9a7f-deb3510d5d38" providerId="ADAL" clId="{A31D3B52-423E-4F94-9B26-A1620BDBC677}" dt="2026-08-27T06:00:43.059" v="1496" actId="20577"/>
          <ac:spMkLst>
            <pc:docMk/>
            <pc:sldMk cId="1590465843" sldId="1754"/>
            <ac:spMk id="108" creationId="{49610E52-4A33-920E-3B4F-6F4790B32696}"/>
          </ac:spMkLst>
        </pc:spChg>
        <pc:spChg chg="add mod">
          <ac:chgData name="KUGAN DHAYALAN" userId="73c1a481-deb9-4ab1-9a7f-deb3510d5d38" providerId="ADAL" clId="{A31D3B52-423E-4F94-9B26-A1620BDBC677}" dt="2026-08-27T06:00:50.600" v="1500" actId="20577"/>
          <ac:spMkLst>
            <pc:docMk/>
            <pc:sldMk cId="1590465843" sldId="1754"/>
            <ac:spMk id="110" creationId="{41A0726D-B0E5-0365-6283-099DDF27EC8A}"/>
          </ac:spMkLst>
        </pc:spChg>
        <pc:graphicFrameChg chg="del">
          <ac:chgData name="KUGAN DHAYALAN" userId="73c1a481-deb9-4ab1-9a7f-deb3510d5d38" providerId="ADAL" clId="{A31D3B52-423E-4F94-9B26-A1620BDBC677}" dt="2026-08-27T05:45:54.689" v="992" actId="478"/>
          <ac:graphicFrameMkLst>
            <pc:docMk/>
            <pc:sldMk cId="1590465843" sldId="1754"/>
            <ac:graphicFrameMk id="8" creationId="{8EB01C34-C5D0-17DA-4ECE-26838C1CB88E}"/>
          </ac:graphicFrameMkLst>
        </pc:graphicFrameChg>
        <pc:graphicFrameChg chg="del">
          <ac:chgData name="KUGAN DHAYALAN" userId="73c1a481-deb9-4ab1-9a7f-deb3510d5d38" providerId="ADAL" clId="{A31D3B52-423E-4F94-9B26-A1620BDBC677}" dt="2026-08-27T05:45:57.782" v="995" actId="478"/>
          <ac:graphicFrameMkLst>
            <pc:docMk/>
            <pc:sldMk cId="1590465843" sldId="1754"/>
            <ac:graphicFrameMk id="12" creationId="{C7040EB7-36EA-8C42-A585-F2CF6BDD7958}"/>
          </ac:graphicFrameMkLst>
        </pc:graphicFrameChg>
        <pc:picChg chg="add mod">
          <ac:chgData name="KUGAN DHAYALAN" userId="73c1a481-deb9-4ab1-9a7f-deb3510d5d38" providerId="ADAL" clId="{A31D3B52-423E-4F94-9B26-A1620BDBC677}" dt="2026-08-27T05:57:42.537" v="1369" actId="1076"/>
          <ac:picMkLst>
            <pc:docMk/>
            <pc:sldMk cId="1590465843" sldId="1754"/>
            <ac:picMk id="9" creationId="{98D7AA71-86E8-564F-8D3A-38BE789C1A14}"/>
          </ac:picMkLst>
        </pc:picChg>
        <pc:picChg chg="add mod">
          <ac:chgData name="KUGAN DHAYALAN" userId="73c1a481-deb9-4ab1-9a7f-deb3510d5d38" providerId="ADAL" clId="{A31D3B52-423E-4F94-9B26-A1620BDBC677}" dt="2026-08-27T05:57:42.537" v="1369" actId="1076"/>
          <ac:picMkLst>
            <pc:docMk/>
            <pc:sldMk cId="1590465843" sldId="1754"/>
            <ac:picMk id="13" creationId="{2B9769FF-669C-405D-6DFC-7DC7D6EF557F}"/>
          </ac:picMkLst>
        </pc:picChg>
        <pc:picChg chg="add mod">
          <ac:chgData name="KUGAN DHAYALAN" userId="73c1a481-deb9-4ab1-9a7f-deb3510d5d38" providerId="ADAL" clId="{A31D3B52-423E-4F94-9B26-A1620BDBC677}" dt="2026-08-27T05:57:42.537" v="1369" actId="1076"/>
          <ac:picMkLst>
            <pc:docMk/>
            <pc:sldMk cId="1590465843" sldId="1754"/>
            <ac:picMk id="16" creationId="{649C3A3C-ADCF-3201-334F-437FAFA50CC3}"/>
          </ac:picMkLst>
        </pc:picChg>
        <pc:picChg chg="add mod">
          <ac:chgData name="KUGAN DHAYALAN" userId="73c1a481-deb9-4ab1-9a7f-deb3510d5d38" providerId="ADAL" clId="{A31D3B52-423E-4F94-9B26-A1620BDBC677}" dt="2026-08-27T05:57:42.537" v="1369" actId="1076"/>
          <ac:picMkLst>
            <pc:docMk/>
            <pc:sldMk cId="1590465843" sldId="1754"/>
            <ac:picMk id="18" creationId="{EF71E06B-919F-581D-9019-6ADE86C9DEC3}"/>
          </ac:picMkLst>
        </pc:picChg>
        <pc:picChg chg="add mod">
          <ac:chgData name="KUGAN DHAYALAN" userId="73c1a481-deb9-4ab1-9a7f-deb3510d5d38" providerId="ADAL" clId="{A31D3B52-423E-4F94-9B26-A1620BDBC677}" dt="2026-08-27T05:57:42.537" v="1369" actId="1076"/>
          <ac:picMkLst>
            <pc:docMk/>
            <pc:sldMk cId="1590465843" sldId="1754"/>
            <ac:picMk id="20" creationId="{57AFCA81-9174-B9DC-FB97-7D75D5A7BCF3}"/>
          </ac:picMkLst>
        </pc:picChg>
        <pc:picChg chg="add mod">
          <ac:chgData name="KUGAN DHAYALAN" userId="73c1a481-deb9-4ab1-9a7f-deb3510d5d38" providerId="ADAL" clId="{A31D3B52-423E-4F94-9B26-A1620BDBC677}" dt="2026-08-27T05:57:42.537" v="1369" actId="1076"/>
          <ac:picMkLst>
            <pc:docMk/>
            <pc:sldMk cId="1590465843" sldId="1754"/>
            <ac:picMk id="22" creationId="{01D720E1-805A-F624-C2BE-CC87D91875C1}"/>
          </ac:picMkLst>
        </pc:picChg>
        <pc:picChg chg="add mod">
          <ac:chgData name="KUGAN DHAYALAN" userId="73c1a481-deb9-4ab1-9a7f-deb3510d5d38" providerId="ADAL" clId="{A31D3B52-423E-4F94-9B26-A1620BDBC677}" dt="2026-08-27T05:57:42.537" v="1369" actId="1076"/>
          <ac:picMkLst>
            <pc:docMk/>
            <pc:sldMk cId="1590465843" sldId="1754"/>
            <ac:picMk id="24" creationId="{41E82EE7-15B9-6358-8EC7-61BB2B585A57}"/>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487675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B0ECD0-0272-933A-5535-334F2396522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C1F1E1D-FD3F-0CA8-DF58-789B07A1E1B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72D6814-F5F4-B62C-2938-4710324ADF39}"/>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EABD2E2C-CBB2-81CE-825A-84CBF13DF022}"/>
              </a:ext>
            </a:extLst>
          </p:cNvPr>
          <p:cNvSpPr>
            <a:spLocks noGrp="1"/>
          </p:cNvSpPr>
          <p:nvPr>
            <p:ph type="sldNum" sz="quarter" idx="5"/>
          </p:nvPr>
        </p:nvSpPr>
        <p:spPr/>
        <p:txBody>
          <a:bodyPr/>
          <a:lstStyle/>
          <a:p>
            <a:fld id="{DA46B207-691D-4EE2-B9CC-9F376BF0DE64}" type="slidenum">
              <a:rPr lang="fr-FR" smtClean="0"/>
              <a:t>2</a:t>
            </a:fld>
            <a:endParaRPr lang="fr-FR"/>
          </a:p>
        </p:txBody>
      </p:sp>
    </p:spTree>
    <p:extLst>
      <p:ext uri="{BB962C8B-B14F-4D97-AF65-F5344CB8AC3E}">
        <p14:creationId xmlns:p14="http://schemas.microsoft.com/office/powerpoint/2010/main" val="282669149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Cover">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50C5EE01-F973-4120-91B8-34CAA765DBA3}"/>
              </a:ext>
            </a:extLst>
          </p:cNvPr>
          <p:cNvSpPr>
            <a:spLocks noGrp="1"/>
          </p:cNvSpPr>
          <p:nvPr>
            <p:ph type="ctrTitle" hasCustomPrompt="1"/>
          </p:nvPr>
        </p:nvSpPr>
        <p:spPr>
          <a:xfrm>
            <a:off x="1154637" y="2099532"/>
            <a:ext cx="10080000" cy="3240000"/>
          </a:xfrm>
        </p:spPr>
        <p:txBody>
          <a:bodyPr anchor="t"/>
          <a:lstStyle>
            <a:lvl1pPr algn="l">
              <a:lnSpc>
                <a:spcPct val="90000"/>
              </a:lnSpc>
              <a:defRPr sz="4700">
                <a:solidFill>
                  <a:schemeClr val="bg1"/>
                </a:solidFill>
                <a:latin typeface="+mj-lt"/>
              </a:defRPr>
            </a:lvl1pPr>
          </a:lstStyle>
          <a:p>
            <a:r>
              <a:rPr lang="en-US" noProof="0"/>
              <a:t>Click to edit Master title style</a:t>
            </a:r>
          </a:p>
        </p:txBody>
      </p:sp>
      <p:sp>
        <p:nvSpPr>
          <p:cNvPr id="3" name="Sous-titre 2">
            <a:extLst>
              <a:ext uri="{FF2B5EF4-FFF2-40B4-BE49-F238E27FC236}">
                <a16:creationId xmlns:a16="http://schemas.microsoft.com/office/drawing/2014/main" id="{40AEA671-FC71-4FFA-B81F-CABE73D6E490}"/>
              </a:ext>
            </a:extLst>
          </p:cNvPr>
          <p:cNvSpPr>
            <a:spLocks noGrp="1"/>
          </p:cNvSpPr>
          <p:nvPr>
            <p:ph type="subTitle" idx="1" hasCustomPrompt="1"/>
          </p:nvPr>
        </p:nvSpPr>
        <p:spPr>
          <a:xfrm>
            <a:off x="1154637" y="5937816"/>
            <a:ext cx="10080000" cy="360000"/>
          </a:xfrm>
        </p:spPr>
        <p:txBody>
          <a:bodyPr anchor="t"/>
          <a:lstStyle>
            <a:lvl1pPr marL="0" indent="0" algn="l">
              <a:lnSpc>
                <a:spcPct val="90000"/>
              </a:lnSpc>
              <a:spcBef>
                <a:spcPts val="0"/>
              </a:spcBef>
              <a:buNone/>
              <a:defRPr sz="1800">
                <a:solidFill>
                  <a:schemeClr val="bg1"/>
                </a:solidFill>
                <a:latin typeface="+mj-lt"/>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noProof="0"/>
              <a:t>Click to edit master subtitle style</a:t>
            </a:r>
          </a:p>
        </p:txBody>
      </p:sp>
      <p:sp>
        <p:nvSpPr>
          <p:cNvPr id="14" name="Espace réservé de la date 13">
            <a:extLst>
              <a:ext uri="{FF2B5EF4-FFF2-40B4-BE49-F238E27FC236}">
                <a16:creationId xmlns:a16="http://schemas.microsoft.com/office/drawing/2014/main" id="{300CADA1-D253-4F6F-88CF-D8727A69C674}"/>
              </a:ext>
            </a:extLst>
          </p:cNvPr>
          <p:cNvSpPr>
            <a:spLocks noGrp="1"/>
          </p:cNvSpPr>
          <p:nvPr>
            <p:ph type="dt" sz="half" idx="10"/>
          </p:nvPr>
        </p:nvSpPr>
        <p:spPr>
          <a:xfrm>
            <a:off x="1154637" y="5425540"/>
            <a:ext cx="2880000" cy="468000"/>
          </a:xfrm>
        </p:spPr>
        <p:txBody>
          <a:bodyPr anchor="t"/>
          <a:lstStyle>
            <a:lvl1pPr algn="l">
              <a:defRPr lang="fr-FR" sz="2500" b="0" kern="1200" cap="all" baseline="0" dirty="0" smtClean="0">
                <a:solidFill>
                  <a:schemeClr val="bg1"/>
                </a:solidFill>
                <a:latin typeface="+mj-lt"/>
                <a:ea typeface="+mn-ea"/>
                <a:cs typeface="+mn-cs"/>
              </a:defRPr>
            </a:lvl1pPr>
          </a:lstStyle>
          <a:p>
            <a:r>
              <a:rPr lang="en-US" noProof="0"/>
              <a:t>YYYY/MM/DD</a:t>
            </a:r>
          </a:p>
        </p:txBody>
      </p:sp>
      <p:sp>
        <p:nvSpPr>
          <p:cNvPr id="15" name="Espace réservé du pied de page 14">
            <a:extLst>
              <a:ext uri="{FF2B5EF4-FFF2-40B4-BE49-F238E27FC236}">
                <a16:creationId xmlns:a16="http://schemas.microsoft.com/office/drawing/2014/main" id="{220B2E6D-A47C-49EF-BD1D-CD4E8D91A525}"/>
              </a:ext>
            </a:extLst>
          </p:cNvPr>
          <p:cNvSpPr>
            <a:spLocks noGrp="1"/>
          </p:cNvSpPr>
          <p:nvPr>
            <p:ph type="ftr" sz="quarter" idx="11"/>
          </p:nvPr>
        </p:nvSpPr>
        <p:spPr/>
        <p:txBody>
          <a:bodyPr/>
          <a:lstStyle>
            <a:lvl1pPr>
              <a:defRPr>
                <a:solidFill>
                  <a:schemeClr val="bg1"/>
                </a:solidFill>
              </a:defRPr>
            </a:lvl1pPr>
          </a:lstStyle>
          <a:p>
            <a:r>
              <a:rPr lang="en-US" noProof="0"/>
              <a:t>Communication Department</a:t>
            </a:r>
            <a:endParaRPr lang="en-US" noProof="0">
              <a:solidFill>
                <a:schemeClr val="bg1"/>
              </a:solidFill>
            </a:endParaRPr>
          </a:p>
        </p:txBody>
      </p:sp>
      <p:sp>
        <p:nvSpPr>
          <p:cNvPr id="16" name="Espace réservé du numéro de diapositive 15">
            <a:extLst>
              <a:ext uri="{FF2B5EF4-FFF2-40B4-BE49-F238E27FC236}">
                <a16:creationId xmlns:a16="http://schemas.microsoft.com/office/drawing/2014/main" id="{51BEB788-E3EA-4C0F-B6FF-45518A2C529D}"/>
              </a:ext>
            </a:extLst>
          </p:cNvPr>
          <p:cNvSpPr>
            <a:spLocks noGrp="1"/>
          </p:cNvSpPr>
          <p:nvPr>
            <p:ph type="sldNum" sz="quarter" idx="12"/>
          </p:nvPr>
        </p:nvSpPr>
        <p:spPr/>
        <p:txBody>
          <a:bodyPr/>
          <a:lstStyle>
            <a:lvl1pPr>
              <a:defRPr>
                <a:solidFill>
                  <a:schemeClr val="bg1"/>
                </a:solidFill>
              </a:defRPr>
            </a:lvl1pPr>
          </a:lstStyle>
          <a:p>
            <a:fld id="{975A587B-5814-4D9B-9598-FE9CB954CB01}" type="slidenum">
              <a:rPr lang="en-US" noProof="0" smtClean="0"/>
              <a:pPr/>
              <a:t>‹#›</a:t>
            </a:fld>
            <a:endParaRPr lang="en-US" noProof="0"/>
          </a:p>
        </p:txBody>
      </p:sp>
    </p:spTree>
    <p:extLst>
      <p:ext uri="{BB962C8B-B14F-4D97-AF65-F5344CB8AC3E}">
        <p14:creationId xmlns:p14="http://schemas.microsoft.com/office/powerpoint/2010/main" val="294522269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Recommandations">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A3A21623-60EA-4CE6-87A1-45097200BB6B}"/>
              </a:ext>
            </a:extLst>
          </p:cNvPr>
          <p:cNvSpPr>
            <a:spLocks noGrp="1"/>
          </p:cNvSpPr>
          <p:nvPr>
            <p:ph type="title" hasCustomPrompt="1"/>
          </p:nvPr>
        </p:nvSpPr>
        <p:spPr>
          <a:xfrm>
            <a:off x="1154637" y="2066191"/>
            <a:ext cx="10440000" cy="1440000"/>
          </a:xfrm>
        </p:spPr>
        <p:txBody>
          <a:bodyPr/>
          <a:lstStyle>
            <a:lvl1pPr>
              <a:defRPr>
                <a:solidFill>
                  <a:schemeClr val="bg1"/>
                </a:solidFill>
              </a:defRPr>
            </a:lvl1pPr>
          </a:lstStyle>
          <a:p>
            <a:r>
              <a:rPr lang="en-US" noProof="0"/>
              <a:t>Click to edit Master title style</a:t>
            </a:r>
          </a:p>
        </p:txBody>
      </p:sp>
      <p:sp>
        <p:nvSpPr>
          <p:cNvPr id="5" name="Espace réservé du texte 4">
            <a:extLst>
              <a:ext uri="{FF2B5EF4-FFF2-40B4-BE49-F238E27FC236}">
                <a16:creationId xmlns:a16="http://schemas.microsoft.com/office/drawing/2014/main" id="{6B7ED2FD-D4F2-4FCF-B2BC-8B40DC49DFDC}"/>
              </a:ext>
            </a:extLst>
          </p:cNvPr>
          <p:cNvSpPr>
            <a:spLocks noGrp="1"/>
          </p:cNvSpPr>
          <p:nvPr>
            <p:ph type="body" sz="quarter" idx="18" hasCustomPrompt="1"/>
          </p:nvPr>
        </p:nvSpPr>
        <p:spPr>
          <a:xfrm>
            <a:off x="1154112" y="3042000"/>
            <a:ext cx="10440000" cy="2933700"/>
          </a:xfrm>
        </p:spPr>
        <p:txBody>
          <a:bodyPr/>
          <a:lstStyle>
            <a:lvl1pPr>
              <a:defRPr>
                <a:solidFill>
                  <a:schemeClr val="bg1"/>
                </a:solidFill>
              </a:defRPr>
            </a:lvl1pPr>
            <a:lvl2pPr marL="216000" indent="-216000">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Tree>
    <p:extLst>
      <p:ext uri="{BB962C8B-B14F-4D97-AF65-F5344CB8AC3E}">
        <p14:creationId xmlns:p14="http://schemas.microsoft.com/office/powerpoint/2010/main" val="163435957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Cover with photo">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34" name="Espace réservé pour une image  33">
            <a:extLst>
              <a:ext uri="{FF2B5EF4-FFF2-40B4-BE49-F238E27FC236}">
                <a16:creationId xmlns:a16="http://schemas.microsoft.com/office/drawing/2014/main" id="{370C295F-F87C-4224-8CC1-055740470C15}"/>
              </a:ext>
            </a:extLst>
          </p:cNvPr>
          <p:cNvSpPr>
            <a:spLocks noGrp="1"/>
          </p:cNvSpPr>
          <p:nvPr>
            <p:ph type="pic" idx="14" hasCustomPrompt="1"/>
          </p:nvPr>
        </p:nvSpPr>
        <p:spPr>
          <a:xfrm>
            <a:off x="2" y="3425825"/>
            <a:ext cx="12191999" cy="3432173"/>
          </a:xfrm>
          <a:prstGeom prst="rect">
            <a:avLst/>
          </a:prstGeom>
          <a:noFill/>
          <a:ln w="3175">
            <a:noFill/>
          </a:ln>
        </p:spPr>
        <p:txBody>
          <a:bodyPr wrap="square" anchor="ctr">
            <a:noAutofit/>
          </a:bodyPr>
          <a:lstStyle>
            <a:lvl1pPr marL="0" indent="0" algn="ctr">
              <a:buNone/>
              <a:defRPr sz="1200" b="0" cap="none" baseline="0">
                <a:solidFill>
                  <a:schemeClr val="tx2"/>
                </a:solidFill>
              </a:defRPr>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US" noProof="0"/>
              <a:t>Photo</a:t>
            </a:r>
          </a:p>
        </p:txBody>
      </p:sp>
      <p:sp>
        <p:nvSpPr>
          <p:cNvPr id="2" name="Titre 1">
            <a:extLst>
              <a:ext uri="{FF2B5EF4-FFF2-40B4-BE49-F238E27FC236}">
                <a16:creationId xmlns:a16="http://schemas.microsoft.com/office/drawing/2014/main" id="{50C5EE01-F973-4120-91B8-34CAA765DBA3}"/>
              </a:ext>
            </a:extLst>
          </p:cNvPr>
          <p:cNvSpPr>
            <a:spLocks noGrp="1"/>
          </p:cNvSpPr>
          <p:nvPr>
            <p:ph type="ctrTitle" hasCustomPrompt="1"/>
          </p:nvPr>
        </p:nvSpPr>
        <p:spPr>
          <a:xfrm>
            <a:off x="1126792" y="1816075"/>
            <a:ext cx="10440000" cy="1260000"/>
          </a:xfrm>
        </p:spPr>
        <p:txBody>
          <a:bodyPr anchor="t"/>
          <a:lstStyle>
            <a:lvl1pPr algn="l">
              <a:lnSpc>
                <a:spcPct val="90000"/>
              </a:lnSpc>
              <a:defRPr sz="3800">
                <a:solidFill>
                  <a:schemeClr val="bg1"/>
                </a:solidFill>
                <a:latin typeface="+mj-lt"/>
              </a:defRPr>
            </a:lvl1pPr>
          </a:lstStyle>
          <a:p>
            <a:r>
              <a:rPr lang="en-US" noProof="0"/>
              <a:t>Click to edit Master title style</a:t>
            </a:r>
          </a:p>
        </p:txBody>
      </p:sp>
      <p:sp>
        <p:nvSpPr>
          <p:cNvPr id="12" name="Espace réservé de la date 11">
            <a:extLst>
              <a:ext uri="{FF2B5EF4-FFF2-40B4-BE49-F238E27FC236}">
                <a16:creationId xmlns:a16="http://schemas.microsoft.com/office/drawing/2014/main" id="{59764E17-B98C-4383-8370-2690754AADC9}"/>
              </a:ext>
            </a:extLst>
          </p:cNvPr>
          <p:cNvSpPr>
            <a:spLocks noGrp="1"/>
          </p:cNvSpPr>
          <p:nvPr>
            <p:ph type="dt" sz="half" idx="15"/>
          </p:nvPr>
        </p:nvSpPr>
        <p:spPr>
          <a:xfrm>
            <a:off x="1145842" y="5802228"/>
            <a:ext cx="2880000" cy="468000"/>
          </a:xfrm>
        </p:spPr>
        <p:txBody>
          <a:bodyPr anchor="t"/>
          <a:lstStyle>
            <a:lvl1pPr>
              <a:defRPr lang="fr-FR" sz="2500" b="0" kern="1200" cap="all" baseline="0" noProof="0" dirty="0" smtClean="0">
                <a:solidFill>
                  <a:schemeClr val="bg1"/>
                </a:solidFill>
                <a:latin typeface="+mj-lt"/>
                <a:ea typeface="+mn-ea"/>
                <a:cs typeface="+mn-cs"/>
              </a:defRPr>
            </a:lvl1pPr>
          </a:lstStyle>
          <a:p>
            <a:pPr algn="l"/>
            <a:r>
              <a:rPr lang="en-US" noProof="0"/>
              <a:t>YYYY/MM/DD</a:t>
            </a:r>
          </a:p>
        </p:txBody>
      </p:sp>
      <p:sp>
        <p:nvSpPr>
          <p:cNvPr id="13" name="Espace réservé du pied de page 12">
            <a:extLst>
              <a:ext uri="{FF2B5EF4-FFF2-40B4-BE49-F238E27FC236}">
                <a16:creationId xmlns:a16="http://schemas.microsoft.com/office/drawing/2014/main" id="{E74E8C3D-024A-4ED6-AA2A-C1034A8F4A17}"/>
              </a:ext>
            </a:extLst>
          </p:cNvPr>
          <p:cNvSpPr>
            <a:spLocks noGrp="1"/>
          </p:cNvSpPr>
          <p:nvPr>
            <p:ph type="ftr" sz="quarter" idx="16"/>
          </p:nvPr>
        </p:nvSpPr>
        <p:spPr>
          <a:xfrm>
            <a:off x="101601" y="6562800"/>
            <a:ext cx="4080000" cy="216000"/>
          </a:xfrm>
        </p:spPr>
        <p:txBody>
          <a:bodyPr/>
          <a:lstStyle>
            <a:lvl1pPr>
              <a:defRPr>
                <a:solidFill>
                  <a:schemeClr val="bg1"/>
                </a:solidFill>
              </a:defRPr>
            </a:lvl1pPr>
          </a:lstStyle>
          <a:p>
            <a:r>
              <a:rPr lang="en-US" noProof="0"/>
              <a:t>Communication Department</a:t>
            </a:r>
          </a:p>
        </p:txBody>
      </p:sp>
      <p:sp>
        <p:nvSpPr>
          <p:cNvPr id="14" name="Espace réservé du numéro de diapositive 13">
            <a:extLst>
              <a:ext uri="{FF2B5EF4-FFF2-40B4-BE49-F238E27FC236}">
                <a16:creationId xmlns:a16="http://schemas.microsoft.com/office/drawing/2014/main" id="{26DEE05B-3704-4A91-B3BE-6D9306C267B4}"/>
              </a:ext>
            </a:extLst>
          </p:cNvPr>
          <p:cNvSpPr>
            <a:spLocks noGrp="1"/>
          </p:cNvSpPr>
          <p:nvPr>
            <p:ph type="sldNum" sz="quarter" idx="17"/>
          </p:nvPr>
        </p:nvSpPr>
        <p:spPr>
          <a:xfrm>
            <a:off x="11370399" y="6562800"/>
            <a:ext cx="720000" cy="216000"/>
          </a:xfrm>
        </p:spPr>
        <p:txBody>
          <a:bodyPr/>
          <a:lstStyle>
            <a:lvl1pPr>
              <a:defRPr>
                <a:solidFill>
                  <a:schemeClr val="bg1"/>
                </a:solidFill>
              </a:defRPr>
            </a:lvl1pPr>
          </a:lstStyle>
          <a:p>
            <a:fld id="{975A587B-5814-4D9B-9598-FE9CB954CB01}" type="slidenum">
              <a:rPr lang="en-US" noProof="0" smtClean="0"/>
              <a:pPr/>
              <a:t>‹#›</a:t>
            </a:fld>
            <a:endParaRPr lang="en-US" noProof="0"/>
          </a:p>
        </p:txBody>
      </p:sp>
      <p:sp>
        <p:nvSpPr>
          <p:cNvPr id="42" name="Espace réservé du texte 41">
            <a:extLst>
              <a:ext uri="{FF2B5EF4-FFF2-40B4-BE49-F238E27FC236}">
                <a16:creationId xmlns:a16="http://schemas.microsoft.com/office/drawing/2014/main" id="{8E7EA58A-C319-4F80-9E54-D658719F8C76}"/>
              </a:ext>
            </a:extLst>
          </p:cNvPr>
          <p:cNvSpPr>
            <a:spLocks noGrp="1"/>
          </p:cNvSpPr>
          <p:nvPr>
            <p:ph type="body" sz="quarter" idx="18" hasCustomPrompt="1"/>
          </p:nvPr>
        </p:nvSpPr>
        <p:spPr>
          <a:xfrm>
            <a:off x="5271452" y="3125321"/>
            <a:ext cx="1729424" cy="330417"/>
          </a:xfrm>
          <a:custGeom>
            <a:avLst/>
            <a:gdLst>
              <a:gd name="connsiteX0" fmla="*/ 21781 w 1682584"/>
              <a:gd name="connsiteY0" fmla="*/ 278191 h 321468"/>
              <a:gd name="connsiteX1" fmla="*/ 43562 w 1682584"/>
              <a:gd name="connsiteY1" fmla="*/ 299829 h 321468"/>
              <a:gd name="connsiteX2" fmla="*/ 21781 w 1682584"/>
              <a:gd name="connsiteY2" fmla="*/ 321467 h 321468"/>
              <a:gd name="connsiteX3" fmla="*/ 0 w 1682584"/>
              <a:gd name="connsiteY3" fmla="*/ 299829 h 321468"/>
              <a:gd name="connsiteX4" fmla="*/ 21781 w 1682584"/>
              <a:gd name="connsiteY4" fmla="*/ 278191 h 321468"/>
              <a:gd name="connsiteX5" fmla="*/ 1659441 w 1682584"/>
              <a:gd name="connsiteY5" fmla="*/ 274986 h 321468"/>
              <a:gd name="connsiteX6" fmla="*/ 1682584 w 1682584"/>
              <a:gd name="connsiteY6" fmla="*/ 298227 h 321468"/>
              <a:gd name="connsiteX7" fmla="*/ 1659441 w 1682584"/>
              <a:gd name="connsiteY7" fmla="*/ 321468 h 321468"/>
              <a:gd name="connsiteX8" fmla="*/ 1636298 w 1682584"/>
              <a:gd name="connsiteY8" fmla="*/ 298227 h 321468"/>
              <a:gd name="connsiteX9" fmla="*/ 1659441 w 1682584"/>
              <a:gd name="connsiteY9" fmla="*/ 274986 h 321468"/>
              <a:gd name="connsiteX10" fmla="*/ 197391 w 1682584"/>
              <a:gd name="connsiteY10" fmla="*/ 263766 h 321468"/>
              <a:gd name="connsiteX11" fmla="*/ 225979 w 1682584"/>
              <a:gd name="connsiteY11" fmla="*/ 292617 h 321468"/>
              <a:gd name="connsiteX12" fmla="*/ 197391 w 1682584"/>
              <a:gd name="connsiteY12" fmla="*/ 321468 h 321468"/>
              <a:gd name="connsiteX13" fmla="*/ 168803 w 1682584"/>
              <a:gd name="connsiteY13" fmla="*/ 292617 h 321468"/>
              <a:gd name="connsiteX14" fmla="*/ 197391 w 1682584"/>
              <a:gd name="connsiteY14" fmla="*/ 263766 h 321468"/>
              <a:gd name="connsiteX15" fmla="*/ 1453881 w 1682584"/>
              <a:gd name="connsiteY15" fmla="*/ 255752 h 321468"/>
              <a:gd name="connsiteX16" fmla="*/ 1486553 w 1682584"/>
              <a:gd name="connsiteY16" fmla="*/ 288610 h 321468"/>
              <a:gd name="connsiteX17" fmla="*/ 1453881 w 1682584"/>
              <a:gd name="connsiteY17" fmla="*/ 321468 h 321468"/>
              <a:gd name="connsiteX18" fmla="*/ 1421209 w 1682584"/>
              <a:gd name="connsiteY18" fmla="*/ 288610 h 321468"/>
              <a:gd name="connsiteX19" fmla="*/ 1453881 w 1682584"/>
              <a:gd name="connsiteY19" fmla="*/ 255752 h 321468"/>
              <a:gd name="connsiteX20" fmla="*/ 1261936 w 1682584"/>
              <a:gd name="connsiteY20" fmla="*/ 236519 h 321468"/>
              <a:gd name="connsiteX21" fmla="*/ 1304137 w 1682584"/>
              <a:gd name="connsiteY21" fmla="*/ 278993 h 321468"/>
              <a:gd name="connsiteX22" fmla="*/ 1261936 w 1682584"/>
              <a:gd name="connsiteY22" fmla="*/ 321467 h 321468"/>
              <a:gd name="connsiteX23" fmla="*/ 1219735 w 1682584"/>
              <a:gd name="connsiteY23" fmla="*/ 278993 h 321468"/>
              <a:gd name="connsiteX24" fmla="*/ 1261936 w 1682584"/>
              <a:gd name="connsiteY24" fmla="*/ 236519 h 321468"/>
              <a:gd name="connsiteX25" fmla="*/ 374361 w 1682584"/>
              <a:gd name="connsiteY25" fmla="*/ 236519 h 321468"/>
              <a:gd name="connsiteX26" fmla="*/ 416562 w 1682584"/>
              <a:gd name="connsiteY26" fmla="*/ 278993 h 321468"/>
              <a:gd name="connsiteX27" fmla="*/ 374361 w 1682584"/>
              <a:gd name="connsiteY27" fmla="*/ 321467 h 321468"/>
              <a:gd name="connsiteX28" fmla="*/ 332160 w 1682584"/>
              <a:gd name="connsiteY28" fmla="*/ 278993 h 321468"/>
              <a:gd name="connsiteX29" fmla="*/ 374361 w 1682584"/>
              <a:gd name="connsiteY29" fmla="*/ 236519 h 321468"/>
              <a:gd name="connsiteX30" fmla="*/ 722858 w 1682584"/>
              <a:gd name="connsiteY30" fmla="*/ 231710 h 321468"/>
              <a:gd name="connsiteX31" fmla="*/ 767782 w 1682584"/>
              <a:gd name="connsiteY31" fmla="*/ 276589 h 321468"/>
              <a:gd name="connsiteX32" fmla="*/ 722858 w 1682584"/>
              <a:gd name="connsiteY32" fmla="*/ 321468 h 321468"/>
              <a:gd name="connsiteX33" fmla="*/ 677934 w 1682584"/>
              <a:gd name="connsiteY33" fmla="*/ 276589 h 321468"/>
              <a:gd name="connsiteX34" fmla="*/ 722858 w 1682584"/>
              <a:gd name="connsiteY34" fmla="*/ 231710 h 321468"/>
              <a:gd name="connsiteX35" fmla="*/ 1072714 w 1682584"/>
              <a:gd name="connsiteY35" fmla="*/ 223696 h 321468"/>
              <a:gd name="connsiteX36" fmla="*/ 1121721 w 1682584"/>
              <a:gd name="connsiteY36" fmla="*/ 272582 h 321468"/>
              <a:gd name="connsiteX37" fmla="*/ 1072714 w 1682584"/>
              <a:gd name="connsiteY37" fmla="*/ 321468 h 321468"/>
              <a:gd name="connsiteX38" fmla="*/ 1023707 w 1682584"/>
              <a:gd name="connsiteY38" fmla="*/ 272582 h 321468"/>
              <a:gd name="connsiteX39" fmla="*/ 1072714 w 1682584"/>
              <a:gd name="connsiteY39" fmla="*/ 223696 h 321468"/>
              <a:gd name="connsiteX40" fmla="*/ 895744 w 1682584"/>
              <a:gd name="connsiteY40" fmla="*/ 223696 h 321468"/>
              <a:gd name="connsiteX41" fmla="*/ 944751 w 1682584"/>
              <a:gd name="connsiteY41" fmla="*/ 272582 h 321468"/>
              <a:gd name="connsiteX42" fmla="*/ 895744 w 1682584"/>
              <a:gd name="connsiteY42" fmla="*/ 321468 h 321468"/>
              <a:gd name="connsiteX43" fmla="*/ 846737 w 1682584"/>
              <a:gd name="connsiteY43" fmla="*/ 272582 h 321468"/>
              <a:gd name="connsiteX44" fmla="*/ 895744 w 1682584"/>
              <a:gd name="connsiteY44" fmla="*/ 223696 h 321468"/>
              <a:gd name="connsiteX45" fmla="*/ 549970 w 1682584"/>
              <a:gd name="connsiteY45" fmla="*/ 223696 h 321468"/>
              <a:gd name="connsiteX46" fmla="*/ 598977 w 1682584"/>
              <a:gd name="connsiteY46" fmla="*/ 272582 h 321468"/>
              <a:gd name="connsiteX47" fmla="*/ 549970 w 1682584"/>
              <a:gd name="connsiteY47" fmla="*/ 321468 h 321468"/>
              <a:gd name="connsiteX48" fmla="*/ 500963 w 1682584"/>
              <a:gd name="connsiteY48" fmla="*/ 272582 h 321468"/>
              <a:gd name="connsiteX49" fmla="*/ 549970 w 1682584"/>
              <a:gd name="connsiteY49" fmla="*/ 223696 h 321468"/>
              <a:gd name="connsiteX50" fmla="*/ 1161617 w 1682584"/>
              <a:gd name="connsiteY50" fmla="*/ 130686 h 321468"/>
              <a:gd name="connsiteX51" fmla="*/ 1182454 w 1682584"/>
              <a:gd name="connsiteY51" fmla="*/ 151106 h 321468"/>
              <a:gd name="connsiteX52" fmla="*/ 1161617 w 1682584"/>
              <a:gd name="connsiteY52" fmla="*/ 171526 h 321468"/>
              <a:gd name="connsiteX53" fmla="*/ 1140780 w 1682584"/>
              <a:gd name="connsiteY53" fmla="*/ 151106 h 321468"/>
              <a:gd name="connsiteX54" fmla="*/ 1161617 w 1682584"/>
              <a:gd name="connsiteY54" fmla="*/ 130686 h 321468"/>
              <a:gd name="connsiteX55" fmla="*/ 456457 w 1682584"/>
              <a:gd name="connsiteY55" fmla="*/ 130686 h 321468"/>
              <a:gd name="connsiteX56" fmla="*/ 477294 w 1682584"/>
              <a:gd name="connsiteY56" fmla="*/ 151106 h 321468"/>
              <a:gd name="connsiteX57" fmla="*/ 456457 w 1682584"/>
              <a:gd name="connsiteY57" fmla="*/ 171526 h 321468"/>
              <a:gd name="connsiteX58" fmla="*/ 435620 w 1682584"/>
              <a:gd name="connsiteY58" fmla="*/ 151106 h 321468"/>
              <a:gd name="connsiteX59" fmla="*/ 456457 w 1682584"/>
              <a:gd name="connsiteY59" fmla="*/ 130686 h 321468"/>
              <a:gd name="connsiteX60" fmla="*/ 980145 w 1682584"/>
              <a:gd name="connsiteY60" fmla="*/ 100738 h 321468"/>
              <a:gd name="connsiteX61" fmla="*/ 1015539 w 1682584"/>
              <a:gd name="connsiteY61" fmla="*/ 136132 h 321468"/>
              <a:gd name="connsiteX62" fmla="*/ 980145 w 1682584"/>
              <a:gd name="connsiteY62" fmla="*/ 171526 h 321468"/>
              <a:gd name="connsiteX63" fmla="*/ 944751 w 1682584"/>
              <a:gd name="connsiteY63" fmla="*/ 136132 h 321468"/>
              <a:gd name="connsiteX64" fmla="*/ 980145 w 1682584"/>
              <a:gd name="connsiteY64" fmla="*/ 100738 h 321468"/>
              <a:gd name="connsiteX65" fmla="*/ 803042 w 1682584"/>
              <a:gd name="connsiteY65" fmla="*/ 100738 h 321468"/>
              <a:gd name="connsiteX66" fmla="*/ 838304 w 1682584"/>
              <a:gd name="connsiteY66" fmla="*/ 136132 h 321468"/>
              <a:gd name="connsiteX67" fmla="*/ 803042 w 1682584"/>
              <a:gd name="connsiteY67" fmla="*/ 171526 h 321468"/>
              <a:gd name="connsiteX68" fmla="*/ 767780 w 1682584"/>
              <a:gd name="connsiteY68" fmla="*/ 136132 h 321468"/>
              <a:gd name="connsiteX69" fmla="*/ 803042 w 1682584"/>
              <a:gd name="connsiteY69" fmla="*/ 100738 h 321468"/>
              <a:gd name="connsiteX70" fmla="*/ 634239 w 1682584"/>
              <a:gd name="connsiteY70" fmla="*/ 100738 h 321468"/>
              <a:gd name="connsiteX71" fmla="*/ 669501 w 1682584"/>
              <a:gd name="connsiteY71" fmla="*/ 136132 h 321468"/>
              <a:gd name="connsiteX72" fmla="*/ 634239 w 1682584"/>
              <a:gd name="connsiteY72" fmla="*/ 171526 h 321468"/>
              <a:gd name="connsiteX73" fmla="*/ 598977 w 1682584"/>
              <a:gd name="connsiteY73" fmla="*/ 136132 h 321468"/>
              <a:gd name="connsiteX74" fmla="*/ 634239 w 1682584"/>
              <a:gd name="connsiteY74" fmla="*/ 100738 h 321468"/>
              <a:gd name="connsiteX75" fmla="*/ 898467 w 1682584"/>
              <a:gd name="connsiteY75" fmla="*/ 0 h 321468"/>
              <a:gd name="connsiteX76" fmla="*/ 917526 w 1682584"/>
              <a:gd name="connsiteY76" fmla="*/ 19234 h 321468"/>
              <a:gd name="connsiteX77" fmla="*/ 898467 w 1682584"/>
              <a:gd name="connsiteY77" fmla="*/ 38468 h 321468"/>
              <a:gd name="connsiteX78" fmla="*/ 879408 w 1682584"/>
              <a:gd name="connsiteY78" fmla="*/ 19234 h 321468"/>
              <a:gd name="connsiteX79" fmla="*/ 898467 w 1682584"/>
              <a:gd name="connsiteY79" fmla="*/ 0 h 321468"/>
              <a:gd name="connsiteX80" fmla="*/ 716051 w 1682584"/>
              <a:gd name="connsiteY80" fmla="*/ 0 h 321468"/>
              <a:gd name="connsiteX81" fmla="*/ 735110 w 1682584"/>
              <a:gd name="connsiteY81" fmla="*/ 19234 h 321468"/>
              <a:gd name="connsiteX82" fmla="*/ 716051 w 1682584"/>
              <a:gd name="connsiteY82" fmla="*/ 38468 h 321468"/>
              <a:gd name="connsiteX83" fmla="*/ 696992 w 1682584"/>
              <a:gd name="connsiteY83" fmla="*/ 19234 h 321468"/>
              <a:gd name="connsiteX84" fmla="*/ 716051 w 1682584"/>
              <a:gd name="connsiteY84" fmla="*/ 0 h 3214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Lst>
            <a:rect l="l" t="t" r="r" b="b"/>
            <a:pathLst>
              <a:path w="1682584" h="321468">
                <a:moveTo>
                  <a:pt x="21781" y="278191"/>
                </a:moveTo>
                <a:cubicBezTo>
                  <a:pt x="33810" y="278191"/>
                  <a:pt x="43562" y="287879"/>
                  <a:pt x="43562" y="299829"/>
                </a:cubicBezTo>
                <a:cubicBezTo>
                  <a:pt x="43562" y="311779"/>
                  <a:pt x="33810" y="321467"/>
                  <a:pt x="21781" y="321467"/>
                </a:cubicBezTo>
                <a:cubicBezTo>
                  <a:pt x="9752" y="321467"/>
                  <a:pt x="0" y="311779"/>
                  <a:pt x="0" y="299829"/>
                </a:cubicBezTo>
                <a:cubicBezTo>
                  <a:pt x="0" y="287879"/>
                  <a:pt x="9752" y="278191"/>
                  <a:pt x="21781" y="278191"/>
                </a:cubicBezTo>
                <a:close/>
                <a:moveTo>
                  <a:pt x="1659441" y="274986"/>
                </a:moveTo>
                <a:cubicBezTo>
                  <a:pt x="1672223" y="274986"/>
                  <a:pt x="1682584" y="285391"/>
                  <a:pt x="1682584" y="298227"/>
                </a:cubicBezTo>
                <a:cubicBezTo>
                  <a:pt x="1682584" y="311063"/>
                  <a:pt x="1672223" y="321468"/>
                  <a:pt x="1659441" y="321468"/>
                </a:cubicBezTo>
                <a:cubicBezTo>
                  <a:pt x="1646659" y="321468"/>
                  <a:pt x="1636298" y="311063"/>
                  <a:pt x="1636298" y="298227"/>
                </a:cubicBezTo>
                <a:cubicBezTo>
                  <a:pt x="1636298" y="285391"/>
                  <a:pt x="1646659" y="274986"/>
                  <a:pt x="1659441" y="274986"/>
                </a:cubicBezTo>
                <a:close/>
                <a:moveTo>
                  <a:pt x="197391" y="263766"/>
                </a:moveTo>
                <a:cubicBezTo>
                  <a:pt x="213180" y="263766"/>
                  <a:pt x="225979" y="276683"/>
                  <a:pt x="225979" y="292617"/>
                </a:cubicBezTo>
                <a:cubicBezTo>
                  <a:pt x="225979" y="308551"/>
                  <a:pt x="213180" y="321468"/>
                  <a:pt x="197391" y="321468"/>
                </a:cubicBezTo>
                <a:cubicBezTo>
                  <a:pt x="181602" y="321468"/>
                  <a:pt x="168803" y="308551"/>
                  <a:pt x="168803" y="292617"/>
                </a:cubicBezTo>
                <a:cubicBezTo>
                  <a:pt x="168803" y="276683"/>
                  <a:pt x="181602" y="263766"/>
                  <a:pt x="197391" y="263766"/>
                </a:cubicBezTo>
                <a:close/>
                <a:moveTo>
                  <a:pt x="1453881" y="255752"/>
                </a:moveTo>
                <a:cubicBezTo>
                  <a:pt x="1471925" y="255752"/>
                  <a:pt x="1486553" y="270463"/>
                  <a:pt x="1486553" y="288610"/>
                </a:cubicBezTo>
                <a:cubicBezTo>
                  <a:pt x="1486553" y="306757"/>
                  <a:pt x="1471925" y="321468"/>
                  <a:pt x="1453881" y="321468"/>
                </a:cubicBezTo>
                <a:cubicBezTo>
                  <a:pt x="1435837" y="321468"/>
                  <a:pt x="1421209" y="306757"/>
                  <a:pt x="1421209" y="288610"/>
                </a:cubicBezTo>
                <a:cubicBezTo>
                  <a:pt x="1421209" y="270463"/>
                  <a:pt x="1435837" y="255752"/>
                  <a:pt x="1453881" y="255752"/>
                </a:cubicBezTo>
                <a:close/>
                <a:moveTo>
                  <a:pt x="1261936" y="236519"/>
                </a:moveTo>
                <a:cubicBezTo>
                  <a:pt x="1285243" y="236519"/>
                  <a:pt x="1304137" y="255535"/>
                  <a:pt x="1304137" y="278993"/>
                </a:cubicBezTo>
                <a:cubicBezTo>
                  <a:pt x="1304137" y="302451"/>
                  <a:pt x="1285243" y="321467"/>
                  <a:pt x="1261936" y="321467"/>
                </a:cubicBezTo>
                <a:cubicBezTo>
                  <a:pt x="1238629" y="321467"/>
                  <a:pt x="1219735" y="302451"/>
                  <a:pt x="1219735" y="278993"/>
                </a:cubicBezTo>
                <a:cubicBezTo>
                  <a:pt x="1219735" y="255535"/>
                  <a:pt x="1238629" y="236519"/>
                  <a:pt x="1261936" y="236519"/>
                </a:cubicBezTo>
                <a:close/>
                <a:moveTo>
                  <a:pt x="374361" y="236519"/>
                </a:moveTo>
                <a:cubicBezTo>
                  <a:pt x="397668" y="236519"/>
                  <a:pt x="416562" y="255535"/>
                  <a:pt x="416562" y="278993"/>
                </a:cubicBezTo>
                <a:cubicBezTo>
                  <a:pt x="416562" y="302451"/>
                  <a:pt x="397668" y="321467"/>
                  <a:pt x="374361" y="321467"/>
                </a:cubicBezTo>
                <a:cubicBezTo>
                  <a:pt x="351054" y="321467"/>
                  <a:pt x="332160" y="302451"/>
                  <a:pt x="332160" y="278993"/>
                </a:cubicBezTo>
                <a:cubicBezTo>
                  <a:pt x="332160" y="255535"/>
                  <a:pt x="351054" y="236519"/>
                  <a:pt x="374361" y="236519"/>
                </a:cubicBezTo>
                <a:close/>
                <a:moveTo>
                  <a:pt x="722858" y="231710"/>
                </a:moveTo>
                <a:cubicBezTo>
                  <a:pt x="747669" y="231710"/>
                  <a:pt x="767782" y="251803"/>
                  <a:pt x="767782" y="276589"/>
                </a:cubicBezTo>
                <a:cubicBezTo>
                  <a:pt x="767782" y="301375"/>
                  <a:pt x="747669" y="321468"/>
                  <a:pt x="722858" y="321468"/>
                </a:cubicBezTo>
                <a:cubicBezTo>
                  <a:pt x="698047" y="321468"/>
                  <a:pt x="677934" y="301375"/>
                  <a:pt x="677934" y="276589"/>
                </a:cubicBezTo>
                <a:cubicBezTo>
                  <a:pt x="677934" y="251803"/>
                  <a:pt x="698047" y="231710"/>
                  <a:pt x="722858" y="231710"/>
                </a:cubicBezTo>
                <a:close/>
                <a:moveTo>
                  <a:pt x="1072714" y="223696"/>
                </a:moveTo>
                <a:cubicBezTo>
                  <a:pt x="1099780" y="223696"/>
                  <a:pt x="1121721" y="245583"/>
                  <a:pt x="1121721" y="272582"/>
                </a:cubicBezTo>
                <a:cubicBezTo>
                  <a:pt x="1121721" y="299581"/>
                  <a:pt x="1099780" y="321468"/>
                  <a:pt x="1072714" y="321468"/>
                </a:cubicBezTo>
                <a:cubicBezTo>
                  <a:pt x="1045648" y="321468"/>
                  <a:pt x="1023707" y="299581"/>
                  <a:pt x="1023707" y="272582"/>
                </a:cubicBezTo>
                <a:cubicBezTo>
                  <a:pt x="1023707" y="245583"/>
                  <a:pt x="1045648" y="223696"/>
                  <a:pt x="1072714" y="223696"/>
                </a:cubicBezTo>
                <a:close/>
                <a:moveTo>
                  <a:pt x="895744" y="223696"/>
                </a:moveTo>
                <a:cubicBezTo>
                  <a:pt x="922810" y="223696"/>
                  <a:pt x="944751" y="245583"/>
                  <a:pt x="944751" y="272582"/>
                </a:cubicBezTo>
                <a:cubicBezTo>
                  <a:pt x="944751" y="299581"/>
                  <a:pt x="922810" y="321468"/>
                  <a:pt x="895744" y="321468"/>
                </a:cubicBezTo>
                <a:cubicBezTo>
                  <a:pt x="868678" y="321468"/>
                  <a:pt x="846737" y="299581"/>
                  <a:pt x="846737" y="272582"/>
                </a:cubicBezTo>
                <a:cubicBezTo>
                  <a:pt x="846737" y="245583"/>
                  <a:pt x="868678" y="223696"/>
                  <a:pt x="895744" y="223696"/>
                </a:cubicBezTo>
                <a:close/>
                <a:moveTo>
                  <a:pt x="549970" y="223696"/>
                </a:moveTo>
                <a:cubicBezTo>
                  <a:pt x="577036" y="223696"/>
                  <a:pt x="598977" y="245583"/>
                  <a:pt x="598977" y="272582"/>
                </a:cubicBezTo>
                <a:cubicBezTo>
                  <a:pt x="598977" y="299581"/>
                  <a:pt x="577036" y="321468"/>
                  <a:pt x="549970" y="321468"/>
                </a:cubicBezTo>
                <a:cubicBezTo>
                  <a:pt x="522904" y="321468"/>
                  <a:pt x="500963" y="299581"/>
                  <a:pt x="500963" y="272582"/>
                </a:cubicBezTo>
                <a:cubicBezTo>
                  <a:pt x="500963" y="245583"/>
                  <a:pt x="522904" y="223696"/>
                  <a:pt x="549970" y="223696"/>
                </a:cubicBezTo>
                <a:close/>
                <a:moveTo>
                  <a:pt x="1161617" y="130686"/>
                </a:moveTo>
                <a:cubicBezTo>
                  <a:pt x="1173125" y="130686"/>
                  <a:pt x="1182454" y="139828"/>
                  <a:pt x="1182454" y="151106"/>
                </a:cubicBezTo>
                <a:cubicBezTo>
                  <a:pt x="1182454" y="162384"/>
                  <a:pt x="1173125" y="171526"/>
                  <a:pt x="1161617" y="171526"/>
                </a:cubicBezTo>
                <a:cubicBezTo>
                  <a:pt x="1150109" y="171526"/>
                  <a:pt x="1140780" y="162384"/>
                  <a:pt x="1140780" y="151106"/>
                </a:cubicBezTo>
                <a:cubicBezTo>
                  <a:pt x="1140780" y="139828"/>
                  <a:pt x="1150109" y="130686"/>
                  <a:pt x="1161617" y="130686"/>
                </a:cubicBezTo>
                <a:close/>
                <a:moveTo>
                  <a:pt x="456457" y="130686"/>
                </a:moveTo>
                <a:cubicBezTo>
                  <a:pt x="467965" y="130686"/>
                  <a:pt x="477294" y="139828"/>
                  <a:pt x="477294" y="151106"/>
                </a:cubicBezTo>
                <a:cubicBezTo>
                  <a:pt x="477294" y="162384"/>
                  <a:pt x="467965" y="171526"/>
                  <a:pt x="456457" y="171526"/>
                </a:cubicBezTo>
                <a:cubicBezTo>
                  <a:pt x="444949" y="171526"/>
                  <a:pt x="435620" y="162384"/>
                  <a:pt x="435620" y="151106"/>
                </a:cubicBezTo>
                <a:cubicBezTo>
                  <a:pt x="435620" y="139828"/>
                  <a:pt x="444949" y="130686"/>
                  <a:pt x="456457" y="130686"/>
                </a:cubicBezTo>
                <a:close/>
                <a:moveTo>
                  <a:pt x="980145" y="100738"/>
                </a:moveTo>
                <a:cubicBezTo>
                  <a:pt x="999693" y="100738"/>
                  <a:pt x="1015539" y="116584"/>
                  <a:pt x="1015539" y="136132"/>
                </a:cubicBezTo>
                <a:cubicBezTo>
                  <a:pt x="1015539" y="155680"/>
                  <a:pt x="999693" y="171526"/>
                  <a:pt x="980145" y="171526"/>
                </a:cubicBezTo>
                <a:cubicBezTo>
                  <a:pt x="960597" y="171526"/>
                  <a:pt x="944751" y="155680"/>
                  <a:pt x="944751" y="136132"/>
                </a:cubicBezTo>
                <a:cubicBezTo>
                  <a:pt x="944751" y="116584"/>
                  <a:pt x="960597" y="100738"/>
                  <a:pt x="980145" y="100738"/>
                </a:cubicBezTo>
                <a:close/>
                <a:moveTo>
                  <a:pt x="803042" y="100738"/>
                </a:moveTo>
                <a:cubicBezTo>
                  <a:pt x="822517" y="100738"/>
                  <a:pt x="838304" y="116584"/>
                  <a:pt x="838304" y="136132"/>
                </a:cubicBezTo>
                <a:cubicBezTo>
                  <a:pt x="838304" y="155680"/>
                  <a:pt x="822517" y="171526"/>
                  <a:pt x="803042" y="171526"/>
                </a:cubicBezTo>
                <a:cubicBezTo>
                  <a:pt x="783567" y="171526"/>
                  <a:pt x="767780" y="155680"/>
                  <a:pt x="767780" y="136132"/>
                </a:cubicBezTo>
                <a:cubicBezTo>
                  <a:pt x="767780" y="116584"/>
                  <a:pt x="783567" y="100738"/>
                  <a:pt x="803042" y="100738"/>
                </a:cubicBezTo>
                <a:close/>
                <a:moveTo>
                  <a:pt x="634239" y="100738"/>
                </a:moveTo>
                <a:cubicBezTo>
                  <a:pt x="653714" y="100738"/>
                  <a:pt x="669501" y="116584"/>
                  <a:pt x="669501" y="136132"/>
                </a:cubicBezTo>
                <a:cubicBezTo>
                  <a:pt x="669501" y="155680"/>
                  <a:pt x="653714" y="171526"/>
                  <a:pt x="634239" y="171526"/>
                </a:cubicBezTo>
                <a:cubicBezTo>
                  <a:pt x="614764" y="171526"/>
                  <a:pt x="598977" y="155680"/>
                  <a:pt x="598977" y="136132"/>
                </a:cubicBezTo>
                <a:cubicBezTo>
                  <a:pt x="598977" y="116584"/>
                  <a:pt x="614764" y="100738"/>
                  <a:pt x="634239" y="100738"/>
                </a:cubicBezTo>
                <a:close/>
                <a:moveTo>
                  <a:pt x="898467" y="0"/>
                </a:moveTo>
                <a:cubicBezTo>
                  <a:pt x="908993" y="0"/>
                  <a:pt x="917526" y="8611"/>
                  <a:pt x="917526" y="19234"/>
                </a:cubicBezTo>
                <a:cubicBezTo>
                  <a:pt x="917526" y="29857"/>
                  <a:pt x="908993" y="38468"/>
                  <a:pt x="898467" y="38468"/>
                </a:cubicBezTo>
                <a:cubicBezTo>
                  <a:pt x="887941" y="38468"/>
                  <a:pt x="879408" y="29857"/>
                  <a:pt x="879408" y="19234"/>
                </a:cubicBezTo>
                <a:cubicBezTo>
                  <a:pt x="879408" y="8611"/>
                  <a:pt x="887941" y="0"/>
                  <a:pt x="898467" y="0"/>
                </a:cubicBezTo>
                <a:close/>
                <a:moveTo>
                  <a:pt x="716051" y="0"/>
                </a:moveTo>
                <a:cubicBezTo>
                  <a:pt x="726577" y="0"/>
                  <a:pt x="735110" y="8611"/>
                  <a:pt x="735110" y="19234"/>
                </a:cubicBezTo>
                <a:cubicBezTo>
                  <a:pt x="735110" y="29857"/>
                  <a:pt x="726577" y="38468"/>
                  <a:pt x="716051" y="38468"/>
                </a:cubicBezTo>
                <a:cubicBezTo>
                  <a:pt x="705525" y="38468"/>
                  <a:pt x="696992" y="29857"/>
                  <a:pt x="696992" y="19234"/>
                </a:cubicBezTo>
                <a:cubicBezTo>
                  <a:pt x="696992" y="8611"/>
                  <a:pt x="705525" y="0"/>
                  <a:pt x="716051" y="0"/>
                </a:cubicBezTo>
                <a:close/>
              </a:path>
            </a:pathLst>
          </a:custGeom>
          <a:solidFill>
            <a:schemeClr val="tx2">
              <a:lumMod val="40000"/>
              <a:lumOff val="60000"/>
            </a:schemeClr>
          </a:solidFill>
          <a:ln w="3175">
            <a:noFill/>
          </a:ln>
        </p:spPr>
        <p:txBody>
          <a:bodyPr wrap="square">
            <a:noAutofit/>
          </a:bodyPr>
          <a:lstStyle>
            <a:lvl1pPr>
              <a:defRPr>
                <a:solidFill>
                  <a:schemeClr val="bg1"/>
                </a:solidFill>
              </a:defRPr>
            </a:lvl1pPr>
          </a:lstStyle>
          <a:p>
            <a:pPr lvl="0"/>
            <a:r>
              <a:rPr lang="en-US" noProof="0"/>
              <a:t> </a:t>
            </a:r>
          </a:p>
        </p:txBody>
      </p:sp>
    </p:spTree>
    <p:extLst>
      <p:ext uri="{BB962C8B-B14F-4D97-AF65-F5344CB8AC3E}">
        <p14:creationId xmlns:p14="http://schemas.microsoft.com/office/powerpoint/2010/main" val="48657058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Introduction">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D18FD1CB-5C99-41C9-BA86-BB740E814EC3}"/>
              </a:ext>
            </a:extLst>
          </p:cNvPr>
          <p:cNvSpPr>
            <a:spLocks noGrp="1"/>
          </p:cNvSpPr>
          <p:nvPr>
            <p:ph type="title" hasCustomPrompt="1"/>
          </p:nvPr>
        </p:nvSpPr>
        <p:spPr>
          <a:xfrm>
            <a:off x="1154637" y="2066189"/>
            <a:ext cx="10440000" cy="3600000"/>
          </a:xfrm>
        </p:spPr>
        <p:txBody>
          <a:bodyPr/>
          <a:lstStyle>
            <a:lvl1pPr>
              <a:defRPr>
                <a:solidFill>
                  <a:schemeClr val="bg1"/>
                </a:solidFill>
              </a:defRPr>
            </a:lvl1pPr>
          </a:lstStyle>
          <a:p>
            <a:r>
              <a:rPr lang="en-US" noProof="0"/>
              <a:t>Click to edit Master title style</a:t>
            </a:r>
          </a:p>
        </p:txBody>
      </p:sp>
    </p:spTree>
    <p:extLst>
      <p:ext uri="{BB962C8B-B14F-4D97-AF65-F5344CB8AC3E}">
        <p14:creationId xmlns:p14="http://schemas.microsoft.com/office/powerpoint/2010/main" val="386927531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Chapter">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934B7DA-FA75-4149-8676-64791F4D66D2}"/>
              </a:ext>
            </a:extLst>
          </p:cNvPr>
          <p:cNvSpPr>
            <a:spLocks noGrp="1"/>
          </p:cNvSpPr>
          <p:nvPr>
            <p:ph type="title" hasCustomPrompt="1"/>
          </p:nvPr>
        </p:nvSpPr>
        <p:spPr>
          <a:xfrm>
            <a:off x="1131889" y="2090899"/>
            <a:ext cx="10440000" cy="1548000"/>
          </a:xfrm>
        </p:spPr>
        <p:txBody>
          <a:bodyPr anchor="b"/>
          <a:lstStyle>
            <a:lvl1pPr>
              <a:defRPr sz="5000" b="0">
                <a:solidFill>
                  <a:schemeClr val="bg1"/>
                </a:solidFill>
                <a:latin typeface="Encode Sans ExpandedLight" pitchFamily="2" charset="0"/>
              </a:defRPr>
            </a:lvl1pPr>
          </a:lstStyle>
          <a:p>
            <a:r>
              <a:rPr lang="en-US" noProof="0"/>
              <a:t>Click to edit Master title style</a:t>
            </a:r>
          </a:p>
        </p:txBody>
      </p:sp>
      <p:sp>
        <p:nvSpPr>
          <p:cNvPr id="11" name="Espace réservé du texte 10">
            <a:extLst>
              <a:ext uri="{FF2B5EF4-FFF2-40B4-BE49-F238E27FC236}">
                <a16:creationId xmlns:a16="http://schemas.microsoft.com/office/drawing/2014/main" id="{8C7A5F77-9A92-46CF-AF0E-296CA94F051F}"/>
              </a:ext>
            </a:extLst>
          </p:cNvPr>
          <p:cNvSpPr>
            <a:spLocks noGrp="1"/>
          </p:cNvSpPr>
          <p:nvPr>
            <p:ph type="body" sz="quarter" idx="13" hasCustomPrompt="1"/>
          </p:nvPr>
        </p:nvSpPr>
        <p:spPr>
          <a:xfrm>
            <a:off x="1131889" y="3709352"/>
            <a:ext cx="10440000" cy="792000"/>
          </a:xfrm>
        </p:spPr>
        <p:txBody>
          <a:bodyPr/>
          <a:lstStyle>
            <a:lvl1pPr>
              <a:defRPr sz="2900" b="0">
                <a:solidFill>
                  <a:schemeClr val="bg1"/>
                </a:solidFill>
                <a:latin typeface="Encode Sans ExpandedLight" pitchFamily="2" charset="0"/>
              </a:defRPr>
            </a:lvl1pPr>
            <a:lvl2pPr>
              <a:defRPr sz="2500">
                <a:latin typeface="Encode Sans ExpandedLight" pitchFamily="2" charset="0"/>
              </a:defRPr>
            </a:lvl2pPr>
            <a:lvl3pPr>
              <a:defRPr sz="2500">
                <a:latin typeface="Encode Sans ExpandedLight" pitchFamily="2" charset="0"/>
              </a:defRPr>
            </a:lvl3pPr>
            <a:lvl4pPr>
              <a:defRPr sz="2500">
                <a:latin typeface="Encode Sans ExpandedLight" pitchFamily="2" charset="0"/>
              </a:defRPr>
            </a:lvl4pPr>
            <a:lvl5pPr>
              <a:defRPr sz="2500">
                <a:latin typeface="Encode Sans ExpandedLight" pitchFamily="2" charset="0"/>
              </a:defRPr>
            </a:lvl5pPr>
          </a:lstStyle>
          <a:p>
            <a:pPr lvl="0"/>
            <a:r>
              <a:rPr lang="en-US" noProof="0"/>
              <a:t>Click to edit master subtitle style</a:t>
            </a:r>
          </a:p>
        </p:txBody>
      </p:sp>
    </p:spTree>
    <p:extLst>
      <p:ext uri="{BB962C8B-B14F-4D97-AF65-F5344CB8AC3E}">
        <p14:creationId xmlns:p14="http://schemas.microsoft.com/office/powerpoint/2010/main" val="135401478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2 columns with a photo">
    <p:spTree>
      <p:nvGrpSpPr>
        <p:cNvPr id="1" name=""/>
        <p:cNvGrpSpPr/>
        <p:nvPr/>
      </p:nvGrpSpPr>
      <p:grpSpPr>
        <a:xfrm>
          <a:off x="0" y="0"/>
          <a:ext cx="0" cy="0"/>
          <a:chOff x="0" y="0"/>
          <a:chExt cx="0" cy="0"/>
        </a:xfrm>
      </p:grpSpPr>
      <p:sp>
        <p:nvSpPr>
          <p:cNvPr id="11" name="Espace réservé du texte 10">
            <a:extLst>
              <a:ext uri="{FF2B5EF4-FFF2-40B4-BE49-F238E27FC236}">
                <a16:creationId xmlns:a16="http://schemas.microsoft.com/office/drawing/2014/main" id="{8C7A5F77-9A92-46CF-AF0E-296CA94F051F}"/>
              </a:ext>
            </a:extLst>
          </p:cNvPr>
          <p:cNvSpPr>
            <a:spLocks noGrp="1"/>
          </p:cNvSpPr>
          <p:nvPr>
            <p:ph type="body" sz="quarter" idx="13" hasCustomPrompt="1"/>
          </p:nvPr>
        </p:nvSpPr>
        <p:spPr>
          <a:xfrm>
            <a:off x="536456" y="1440919"/>
            <a:ext cx="5472000" cy="1836000"/>
          </a:xfrm>
        </p:spPr>
        <p:txBody>
          <a:bodyPr/>
          <a:lstStyle>
            <a:lvl1pPr>
              <a:defRPr/>
            </a:lvl1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7" name="Espace réservé du texte 16">
            <a:extLst>
              <a:ext uri="{FF2B5EF4-FFF2-40B4-BE49-F238E27FC236}">
                <a16:creationId xmlns:a16="http://schemas.microsoft.com/office/drawing/2014/main" id="{38D92F9C-9CF1-426A-9EA7-935D5427C4DA}"/>
              </a:ext>
            </a:extLst>
          </p:cNvPr>
          <p:cNvSpPr>
            <a:spLocks noGrp="1"/>
          </p:cNvSpPr>
          <p:nvPr>
            <p:ph type="body" idx="1" hasCustomPrompt="1"/>
          </p:nvPr>
        </p:nvSpPr>
        <p:spPr>
          <a:xfrm>
            <a:off x="1" y="449849"/>
            <a:ext cx="9683261" cy="335964"/>
          </a:xfrm>
          <a:custGeom>
            <a:avLst/>
            <a:gdLst>
              <a:gd name="connsiteX0" fmla="*/ 9609373 w 9683261"/>
              <a:gd name="connsiteY0" fmla="*/ 237817 h 335964"/>
              <a:gd name="connsiteX1" fmla="*/ 9632706 w 9683261"/>
              <a:gd name="connsiteY1" fmla="*/ 261358 h 335964"/>
              <a:gd name="connsiteX2" fmla="*/ 9609373 w 9683261"/>
              <a:gd name="connsiteY2" fmla="*/ 284899 h 335964"/>
              <a:gd name="connsiteX3" fmla="*/ 9586041 w 9683261"/>
              <a:gd name="connsiteY3" fmla="*/ 261358 h 335964"/>
              <a:gd name="connsiteX4" fmla="*/ 9609373 w 9683261"/>
              <a:gd name="connsiteY4" fmla="*/ 237817 h 335964"/>
              <a:gd name="connsiteX5" fmla="*/ 9669650 w 9683261"/>
              <a:gd name="connsiteY5" fmla="*/ 200069 h 335964"/>
              <a:gd name="connsiteX6" fmla="*/ 9683261 w 9683261"/>
              <a:gd name="connsiteY6" fmla="*/ 212909 h 335964"/>
              <a:gd name="connsiteX7" fmla="*/ 9669650 w 9683261"/>
              <a:gd name="connsiteY7" fmla="*/ 225749 h 335964"/>
              <a:gd name="connsiteX8" fmla="*/ 9656038 w 9683261"/>
              <a:gd name="connsiteY8" fmla="*/ 212909 h 335964"/>
              <a:gd name="connsiteX9" fmla="*/ 9669650 w 9683261"/>
              <a:gd name="connsiteY9" fmla="*/ 200069 h 335964"/>
              <a:gd name="connsiteX10" fmla="*/ 9609373 w 9683261"/>
              <a:gd name="connsiteY10" fmla="*/ 143445 h 335964"/>
              <a:gd name="connsiteX11" fmla="*/ 9632706 w 9683261"/>
              <a:gd name="connsiteY11" fmla="*/ 166987 h 335964"/>
              <a:gd name="connsiteX12" fmla="*/ 9609373 w 9683261"/>
              <a:gd name="connsiteY12" fmla="*/ 190527 h 335964"/>
              <a:gd name="connsiteX13" fmla="*/ 9586041 w 9683261"/>
              <a:gd name="connsiteY13" fmla="*/ 166987 h 335964"/>
              <a:gd name="connsiteX14" fmla="*/ 9609373 w 9683261"/>
              <a:gd name="connsiteY14" fmla="*/ 143445 h 335964"/>
              <a:gd name="connsiteX15" fmla="*/ 9669650 w 9683261"/>
              <a:gd name="connsiteY15" fmla="*/ 101921 h 335964"/>
              <a:gd name="connsiteX16" fmla="*/ 9683261 w 9683261"/>
              <a:gd name="connsiteY16" fmla="*/ 114762 h 335964"/>
              <a:gd name="connsiteX17" fmla="*/ 9669650 w 9683261"/>
              <a:gd name="connsiteY17" fmla="*/ 127602 h 335964"/>
              <a:gd name="connsiteX18" fmla="*/ 9656038 w 9683261"/>
              <a:gd name="connsiteY18" fmla="*/ 114762 h 335964"/>
              <a:gd name="connsiteX19" fmla="*/ 9669650 w 9683261"/>
              <a:gd name="connsiteY19" fmla="*/ 101921 h 335964"/>
              <a:gd name="connsiteX20" fmla="*/ 9609373 w 9683261"/>
              <a:gd name="connsiteY20" fmla="*/ 50961 h 335964"/>
              <a:gd name="connsiteX21" fmla="*/ 9632706 w 9683261"/>
              <a:gd name="connsiteY21" fmla="*/ 74501 h 335964"/>
              <a:gd name="connsiteX22" fmla="*/ 9609373 w 9683261"/>
              <a:gd name="connsiteY22" fmla="*/ 98043 h 335964"/>
              <a:gd name="connsiteX23" fmla="*/ 9586041 w 9683261"/>
              <a:gd name="connsiteY23" fmla="*/ 74501 h 335964"/>
              <a:gd name="connsiteX24" fmla="*/ 9609373 w 9683261"/>
              <a:gd name="connsiteY24" fmla="*/ 50961 h 335964"/>
              <a:gd name="connsiteX25" fmla="*/ 0 w 9683261"/>
              <a:gd name="connsiteY25" fmla="*/ 0 h 335964"/>
              <a:gd name="connsiteX26" fmla="*/ 739665 w 9683261"/>
              <a:gd name="connsiteY26" fmla="*/ 0 h 335964"/>
              <a:gd name="connsiteX27" fmla="*/ 9540864 w 9683261"/>
              <a:gd name="connsiteY27" fmla="*/ 0 h 335964"/>
              <a:gd name="connsiteX28" fmla="*/ 9568541 w 9683261"/>
              <a:gd name="connsiteY28" fmla="*/ 27997 h 335964"/>
              <a:gd name="connsiteX29" fmla="*/ 9540864 w 9683261"/>
              <a:gd name="connsiteY29" fmla="*/ 55995 h 335964"/>
              <a:gd name="connsiteX30" fmla="*/ 9522411 w 9683261"/>
              <a:gd name="connsiteY30" fmla="*/ 74659 h 335964"/>
              <a:gd name="connsiteX31" fmla="*/ 9540864 w 9683261"/>
              <a:gd name="connsiteY31" fmla="*/ 97990 h 335964"/>
              <a:gd name="connsiteX32" fmla="*/ 9568541 w 9683261"/>
              <a:gd name="connsiteY32" fmla="*/ 121320 h 335964"/>
              <a:gd name="connsiteX33" fmla="*/ 9545478 w 9683261"/>
              <a:gd name="connsiteY33" fmla="*/ 149317 h 335964"/>
              <a:gd name="connsiteX34" fmla="*/ 9540864 w 9683261"/>
              <a:gd name="connsiteY34" fmla="*/ 149317 h 335964"/>
              <a:gd name="connsiteX35" fmla="*/ 9522411 w 9683261"/>
              <a:gd name="connsiteY35" fmla="*/ 167982 h 335964"/>
              <a:gd name="connsiteX36" fmla="*/ 9540864 w 9683261"/>
              <a:gd name="connsiteY36" fmla="*/ 191313 h 335964"/>
              <a:gd name="connsiteX37" fmla="*/ 9568541 w 9683261"/>
              <a:gd name="connsiteY37" fmla="*/ 214644 h 335964"/>
              <a:gd name="connsiteX38" fmla="*/ 9540864 w 9683261"/>
              <a:gd name="connsiteY38" fmla="*/ 242641 h 335964"/>
              <a:gd name="connsiteX39" fmla="*/ 9522411 w 9683261"/>
              <a:gd name="connsiteY39" fmla="*/ 265971 h 335964"/>
              <a:gd name="connsiteX40" fmla="*/ 9540864 w 9683261"/>
              <a:gd name="connsiteY40" fmla="*/ 284636 h 335964"/>
              <a:gd name="connsiteX41" fmla="*/ 9568541 w 9683261"/>
              <a:gd name="connsiteY41" fmla="*/ 312633 h 335964"/>
              <a:gd name="connsiteX42" fmla="*/ 9540864 w 9683261"/>
              <a:gd name="connsiteY42" fmla="*/ 335964 h 335964"/>
              <a:gd name="connsiteX43" fmla="*/ 845227 w 9683261"/>
              <a:gd name="connsiteY43" fmla="*/ 335964 h 335964"/>
              <a:gd name="connsiteX44" fmla="*/ 0 w 9683261"/>
              <a:gd name="connsiteY44" fmla="*/ 335964 h 3359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Lst>
            <a:rect l="l" t="t" r="r" b="b"/>
            <a:pathLst>
              <a:path w="9683261" h="335964">
                <a:moveTo>
                  <a:pt x="9609373" y="237817"/>
                </a:moveTo>
                <a:cubicBezTo>
                  <a:pt x="9622259" y="237817"/>
                  <a:pt x="9632706" y="248357"/>
                  <a:pt x="9632706" y="261358"/>
                </a:cubicBezTo>
                <a:cubicBezTo>
                  <a:pt x="9632706" y="274359"/>
                  <a:pt x="9622259" y="284899"/>
                  <a:pt x="9609373" y="284899"/>
                </a:cubicBezTo>
                <a:cubicBezTo>
                  <a:pt x="9596486" y="284899"/>
                  <a:pt x="9586041" y="274359"/>
                  <a:pt x="9586041" y="261358"/>
                </a:cubicBezTo>
                <a:cubicBezTo>
                  <a:pt x="9586041" y="248357"/>
                  <a:pt x="9596486" y="237817"/>
                  <a:pt x="9609373" y="237817"/>
                </a:cubicBezTo>
                <a:close/>
                <a:moveTo>
                  <a:pt x="9669650" y="200069"/>
                </a:moveTo>
                <a:cubicBezTo>
                  <a:pt x="9677168" y="200069"/>
                  <a:pt x="9683261" y="205817"/>
                  <a:pt x="9683261" y="212909"/>
                </a:cubicBezTo>
                <a:cubicBezTo>
                  <a:pt x="9683261" y="220001"/>
                  <a:pt x="9677168" y="225749"/>
                  <a:pt x="9669650" y="225749"/>
                </a:cubicBezTo>
                <a:cubicBezTo>
                  <a:pt x="9662132" y="225749"/>
                  <a:pt x="9656038" y="220001"/>
                  <a:pt x="9656038" y="212909"/>
                </a:cubicBezTo>
                <a:cubicBezTo>
                  <a:pt x="9656038" y="205817"/>
                  <a:pt x="9662132" y="200069"/>
                  <a:pt x="9669650" y="200069"/>
                </a:cubicBezTo>
                <a:close/>
                <a:moveTo>
                  <a:pt x="9609373" y="143445"/>
                </a:moveTo>
                <a:cubicBezTo>
                  <a:pt x="9622259" y="143445"/>
                  <a:pt x="9632706" y="153985"/>
                  <a:pt x="9632706" y="166987"/>
                </a:cubicBezTo>
                <a:cubicBezTo>
                  <a:pt x="9632706" y="179987"/>
                  <a:pt x="9622259" y="190527"/>
                  <a:pt x="9609373" y="190527"/>
                </a:cubicBezTo>
                <a:cubicBezTo>
                  <a:pt x="9596486" y="190527"/>
                  <a:pt x="9586041" y="179987"/>
                  <a:pt x="9586041" y="166987"/>
                </a:cubicBezTo>
                <a:cubicBezTo>
                  <a:pt x="9586041" y="153985"/>
                  <a:pt x="9596486" y="143445"/>
                  <a:pt x="9609373" y="143445"/>
                </a:cubicBezTo>
                <a:close/>
                <a:moveTo>
                  <a:pt x="9669650" y="101921"/>
                </a:moveTo>
                <a:cubicBezTo>
                  <a:pt x="9677168" y="101921"/>
                  <a:pt x="9683261" y="107670"/>
                  <a:pt x="9683261" y="114762"/>
                </a:cubicBezTo>
                <a:cubicBezTo>
                  <a:pt x="9683261" y="121855"/>
                  <a:pt x="9677168" y="127602"/>
                  <a:pt x="9669650" y="127602"/>
                </a:cubicBezTo>
                <a:cubicBezTo>
                  <a:pt x="9662132" y="127602"/>
                  <a:pt x="9656038" y="121855"/>
                  <a:pt x="9656038" y="114762"/>
                </a:cubicBezTo>
                <a:cubicBezTo>
                  <a:pt x="9656038" y="107670"/>
                  <a:pt x="9662132" y="101921"/>
                  <a:pt x="9669650" y="101921"/>
                </a:cubicBezTo>
                <a:close/>
                <a:moveTo>
                  <a:pt x="9609373" y="50961"/>
                </a:moveTo>
                <a:cubicBezTo>
                  <a:pt x="9622259" y="50961"/>
                  <a:pt x="9632706" y="61501"/>
                  <a:pt x="9632706" y="74501"/>
                </a:cubicBezTo>
                <a:cubicBezTo>
                  <a:pt x="9632706" y="87503"/>
                  <a:pt x="9622259" y="98043"/>
                  <a:pt x="9609373" y="98043"/>
                </a:cubicBezTo>
                <a:cubicBezTo>
                  <a:pt x="9596486" y="98043"/>
                  <a:pt x="9586041" y="87503"/>
                  <a:pt x="9586041" y="74501"/>
                </a:cubicBezTo>
                <a:cubicBezTo>
                  <a:pt x="9586041" y="61501"/>
                  <a:pt x="9596486" y="50961"/>
                  <a:pt x="9609373" y="50961"/>
                </a:cubicBezTo>
                <a:close/>
                <a:moveTo>
                  <a:pt x="0" y="0"/>
                </a:moveTo>
                <a:lnTo>
                  <a:pt x="739665" y="0"/>
                </a:lnTo>
                <a:cubicBezTo>
                  <a:pt x="2800514" y="0"/>
                  <a:pt x="5636951" y="0"/>
                  <a:pt x="9540864" y="0"/>
                </a:cubicBezTo>
                <a:cubicBezTo>
                  <a:pt x="9559315" y="0"/>
                  <a:pt x="9568541" y="13999"/>
                  <a:pt x="9568541" y="27997"/>
                </a:cubicBezTo>
                <a:cubicBezTo>
                  <a:pt x="9568541" y="41996"/>
                  <a:pt x="9559315" y="55995"/>
                  <a:pt x="9540864" y="55995"/>
                </a:cubicBezTo>
                <a:cubicBezTo>
                  <a:pt x="9531638" y="55995"/>
                  <a:pt x="9522411" y="65327"/>
                  <a:pt x="9522411" y="74659"/>
                </a:cubicBezTo>
                <a:cubicBezTo>
                  <a:pt x="9522411" y="83992"/>
                  <a:pt x="9531638" y="93323"/>
                  <a:pt x="9540864" y="97990"/>
                </a:cubicBezTo>
                <a:cubicBezTo>
                  <a:pt x="9559315" y="97990"/>
                  <a:pt x="9568541" y="107321"/>
                  <a:pt x="9568541" y="121320"/>
                </a:cubicBezTo>
                <a:cubicBezTo>
                  <a:pt x="9568541" y="135319"/>
                  <a:pt x="9559315" y="149317"/>
                  <a:pt x="9545478" y="149317"/>
                </a:cubicBezTo>
                <a:cubicBezTo>
                  <a:pt x="9545478" y="149317"/>
                  <a:pt x="9545478" y="149317"/>
                  <a:pt x="9540864" y="149317"/>
                </a:cubicBezTo>
                <a:cubicBezTo>
                  <a:pt x="9531638" y="149317"/>
                  <a:pt x="9522411" y="158650"/>
                  <a:pt x="9522411" y="167982"/>
                </a:cubicBezTo>
                <a:cubicBezTo>
                  <a:pt x="9522411" y="181981"/>
                  <a:pt x="9531638" y="191313"/>
                  <a:pt x="9540864" y="191313"/>
                </a:cubicBezTo>
                <a:cubicBezTo>
                  <a:pt x="9559315" y="191313"/>
                  <a:pt x="9568541" y="200645"/>
                  <a:pt x="9568541" y="214644"/>
                </a:cubicBezTo>
                <a:cubicBezTo>
                  <a:pt x="9568541" y="233309"/>
                  <a:pt x="9559315" y="242641"/>
                  <a:pt x="9540864" y="242641"/>
                </a:cubicBezTo>
                <a:cubicBezTo>
                  <a:pt x="9531638" y="242641"/>
                  <a:pt x="9522411" y="251972"/>
                  <a:pt x="9522411" y="265971"/>
                </a:cubicBezTo>
                <a:cubicBezTo>
                  <a:pt x="9522411" y="275305"/>
                  <a:pt x="9531638" y="284636"/>
                  <a:pt x="9540864" y="284636"/>
                </a:cubicBezTo>
                <a:cubicBezTo>
                  <a:pt x="9559315" y="284636"/>
                  <a:pt x="9568541" y="298634"/>
                  <a:pt x="9568541" y="312633"/>
                </a:cubicBezTo>
                <a:cubicBezTo>
                  <a:pt x="9568541" y="326632"/>
                  <a:pt x="9559315" y="335964"/>
                  <a:pt x="9540864" y="335964"/>
                </a:cubicBezTo>
                <a:cubicBezTo>
                  <a:pt x="9540864" y="335964"/>
                  <a:pt x="9540864" y="335964"/>
                  <a:pt x="845227" y="335964"/>
                </a:cubicBezTo>
                <a:lnTo>
                  <a:pt x="0" y="335964"/>
                </a:lnTo>
                <a:close/>
              </a:path>
            </a:pathLst>
          </a:custGeom>
          <a:solidFill>
            <a:schemeClr val="tx2"/>
          </a:solidFill>
          <a:ln w="3175">
            <a:noFill/>
          </a:ln>
        </p:spPr>
        <p:txBody>
          <a:bodyPr wrap="square" lIns="630000" tIns="0" rIns="360000" bIns="0" anchor="ctr">
            <a:noAutofit/>
          </a:bodyPr>
          <a:lstStyle>
            <a:lvl1pPr marL="0" indent="0">
              <a:lnSpc>
                <a:spcPct val="100000"/>
              </a:lnSpc>
              <a:buNone/>
              <a:defRPr sz="1500" b="1" cap="all" baseline="0">
                <a:solidFill>
                  <a:schemeClr val="bg1"/>
                </a:solidFill>
                <a:latin typeface="+mn-lt"/>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noProof="0"/>
              <a:t>Click to edit master text styles</a:t>
            </a:r>
          </a:p>
        </p:txBody>
      </p:sp>
      <p:sp>
        <p:nvSpPr>
          <p:cNvPr id="4" name="Espace réservé de la date 3">
            <a:extLst>
              <a:ext uri="{FF2B5EF4-FFF2-40B4-BE49-F238E27FC236}">
                <a16:creationId xmlns:a16="http://schemas.microsoft.com/office/drawing/2014/main" id="{0023D345-337F-488B-8D03-DF3DDDA5DDF5}"/>
              </a:ext>
            </a:extLst>
          </p:cNvPr>
          <p:cNvSpPr>
            <a:spLocks noGrp="1"/>
          </p:cNvSpPr>
          <p:nvPr>
            <p:ph type="dt" sz="half" idx="15"/>
          </p:nvPr>
        </p:nvSpPr>
        <p:spPr/>
        <p:txBody>
          <a:bodyPr/>
          <a:lstStyle/>
          <a:p>
            <a:r>
              <a:rPr lang="en-US" noProof="0"/>
              <a:t>YYYY/MM/DD</a:t>
            </a:r>
            <a:endParaRPr lang="en-US" b="0" noProof="0"/>
          </a:p>
        </p:txBody>
      </p:sp>
      <p:sp>
        <p:nvSpPr>
          <p:cNvPr id="7" name="Espace réservé du pied de page 6">
            <a:extLst>
              <a:ext uri="{FF2B5EF4-FFF2-40B4-BE49-F238E27FC236}">
                <a16:creationId xmlns:a16="http://schemas.microsoft.com/office/drawing/2014/main" id="{509EADAA-0C96-4D73-B394-C1A53CEA1029}"/>
              </a:ext>
            </a:extLst>
          </p:cNvPr>
          <p:cNvSpPr>
            <a:spLocks noGrp="1"/>
          </p:cNvSpPr>
          <p:nvPr>
            <p:ph type="ftr" sz="quarter" idx="16"/>
          </p:nvPr>
        </p:nvSpPr>
        <p:spPr/>
        <p:txBody>
          <a:bodyPr/>
          <a:lstStyle/>
          <a:p>
            <a:r>
              <a:rPr lang="en-US" noProof="0"/>
              <a:t>Communication Department</a:t>
            </a:r>
            <a:endParaRPr lang="en-US" b="0" noProof="0"/>
          </a:p>
        </p:txBody>
      </p:sp>
      <p:sp>
        <p:nvSpPr>
          <p:cNvPr id="8" name="Espace réservé du numéro de diapositive 7">
            <a:extLst>
              <a:ext uri="{FF2B5EF4-FFF2-40B4-BE49-F238E27FC236}">
                <a16:creationId xmlns:a16="http://schemas.microsoft.com/office/drawing/2014/main" id="{257223AC-9555-4A04-BCAD-D73603C5E654}"/>
              </a:ext>
            </a:extLst>
          </p:cNvPr>
          <p:cNvSpPr>
            <a:spLocks noGrp="1"/>
          </p:cNvSpPr>
          <p:nvPr>
            <p:ph type="sldNum" sz="quarter" idx="17"/>
          </p:nvPr>
        </p:nvSpPr>
        <p:spPr/>
        <p:txBody>
          <a:bodyPr/>
          <a:lstStyle/>
          <a:p>
            <a:fld id="{975A587B-5814-4D9B-9598-FE9CB954CB01}" type="slidenum">
              <a:rPr lang="en-US" noProof="0" smtClean="0"/>
              <a:pPr/>
              <a:t>‹#›</a:t>
            </a:fld>
            <a:endParaRPr lang="en-US" b="0" noProof="0"/>
          </a:p>
        </p:txBody>
      </p:sp>
      <p:sp>
        <p:nvSpPr>
          <p:cNvPr id="13" name="Espace réservé du texte 10">
            <a:extLst>
              <a:ext uri="{FF2B5EF4-FFF2-40B4-BE49-F238E27FC236}">
                <a16:creationId xmlns:a16="http://schemas.microsoft.com/office/drawing/2014/main" id="{C616F341-424E-4ECC-B11D-0008CB10FA11}"/>
              </a:ext>
            </a:extLst>
          </p:cNvPr>
          <p:cNvSpPr>
            <a:spLocks noGrp="1"/>
          </p:cNvSpPr>
          <p:nvPr>
            <p:ph type="body" sz="quarter" idx="18" hasCustomPrompt="1"/>
          </p:nvPr>
        </p:nvSpPr>
        <p:spPr>
          <a:xfrm>
            <a:off x="6262805" y="1440919"/>
            <a:ext cx="5472000" cy="1836000"/>
          </a:xfrm>
        </p:spPr>
        <p:txBody>
          <a:bodyPr/>
          <a:lstStyle>
            <a:lvl1pPr>
              <a:defRPr/>
            </a:lvl1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4" name="Espace réservé pour une image  33">
            <a:extLst>
              <a:ext uri="{FF2B5EF4-FFF2-40B4-BE49-F238E27FC236}">
                <a16:creationId xmlns:a16="http://schemas.microsoft.com/office/drawing/2014/main" id="{4DCA1355-34B5-49FC-BA6B-273A843D5348}"/>
              </a:ext>
            </a:extLst>
          </p:cNvPr>
          <p:cNvSpPr>
            <a:spLocks noGrp="1"/>
          </p:cNvSpPr>
          <p:nvPr>
            <p:ph type="pic" idx="14" hasCustomPrompt="1"/>
          </p:nvPr>
        </p:nvSpPr>
        <p:spPr>
          <a:xfrm>
            <a:off x="642938" y="3425825"/>
            <a:ext cx="10906128" cy="2916609"/>
          </a:xfrm>
          <a:prstGeom prst="rect">
            <a:avLst/>
          </a:prstGeom>
          <a:noFill/>
          <a:ln w="3175">
            <a:noFill/>
          </a:ln>
        </p:spPr>
        <p:txBody>
          <a:bodyPr wrap="square" anchor="ctr">
            <a:noAutofit/>
          </a:bodyPr>
          <a:lstStyle>
            <a:lvl1pPr marL="0" indent="0" algn="ctr">
              <a:buNone/>
              <a:defRPr sz="1200" b="0" cap="none" baseline="0">
                <a:solidFill>
                  <a:schemeClr val="tx2"/>
                </a:solidFill>
              </a:defRPr>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US" noProof="0"/>
              <a:t>Photo</a:t>
            </a:r>
          </a:p>
        </p:txBody>
      </p:sp>
    </p:spTree>
    <p:extLst>
      <p:ext uri="{BB962C8B-B14F-4D97-AF65-F5344CB8AC3E}">
        <p14:creationId xmlns:p14="http://schemas.microsoft.com/office/powerpoint/2010/main" val="3420106843"/>
      </p:ext>
    </p:extLst>
  </p:cSld>
  <p:clrMapOvr>
    <a:masterClrMapping/>
  </p:clrMapOvr>
  <p:extLst>
    <p:ext uri="{DCECCB84-F9BA-43D5-87BE-67443E8EF086}">
      <p15:sldGuideLst xmlns:p15="http://schemas.microsoft.com/office/powerpoint/2012/main">
        <p15:guide id="2" pos="3840" userDrawn="1">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ext">
    <p:spTree>
      <p:nvGrpSpPr>
        <p:cNvPr id="1" name=""/>
        <p:cNvGrpSpPr/>
        <p:nvPr/>
      </p:nvGrpSpPr>
      <p:grpSpPr>
        <a:xfrm>
          <a:off x="0" y="0"/>
          <a:ext cx="0" cy="0"/>
          <a:chOff x="0" y="0"/>
          <a:chExt cx="0" cy="0"/>
        </a:xfrm>
      </p:grpSpPr>
      <p:sp>
        <p:nvSpPr>
          <p:cNvPr id="17" name="Espace réservé du texte 16">
            <a:extLst>
              <a:ext uri="{FF2B5EF4-FFF2-40B4-BE49-F238E27FC236}">
                <a16:creationId xmlns:a16="http://schemas.microsoft.com/office/drawing/2014/main" id="{38D92F9C-9CF1-426A-9EA7-935D5427C4DA}"/>
              </a:ext>
            </a:extLst>
          </p:cNvPr>
          <p:cNvSpPr>
            <a:spLocks noGrp="1"/>
          </p:cNvSpPr>
          <p:nvPr>
            <p:ph type="body" idx="1" hasCustomPrompt="1"/>
          </p:nvPr>
        </p:nvSpPr>
        <p:spPr>
          <a:xfrm>
            <a:off x="0" y="449849"/>
            <a:ext cx="9683261" cy="335964"/>
          </a:xfrm>
          <a:custGeom>
            <a:avLst/>
            <a:gdLst>
              <a:gd name="connsiteX0" fmla="*/ 9609373 w 9683261"/>
              <a:gd name="connsiteY0" fmla="*/ 237817 h 335964"/>
              <a:gd name="connsiteX1" fmla="*/ 9632706 w 9683261"/>
              <a:gd name="connsiteY1" fmla="*/ 261358 h 335964"/>
              <a:gd name="connsiteX2" fmla="*/ 9609373 w 9683261"/>
              <a:gd name="connsiteY2" fmla="*/ 284899 h 335964"/>
              <a:gd name="connsiteX3" fmla="*/ 9586041 w 9683261"/>
              <a:gd name="connsiteY3" fmla="*/ 261358 h 335964"/>
              <a:gd name="connsiteX4" fmla="*/ 9609373 w 9683261"/>
              <a:gd name="connsiteY4" fmla="*/ 237817 h 335964"/>
              <a:gd name="connsiteX5" fmla="*/ 9669650 w 9683261"/>
              <a:gd name="connsiteY5" fmla="*/ 200069 h 335964"/>
              <a:gd name="connsiteX6" fmla="*/ 9683261 w 9683261"/>
              <a:gd name="connsiteY6" fmla="*/ 212909 h 335964"/>
              <a:gd name="connsiteX7" fmla="*/ 9669650 w 9683261"/>
              <a:gd name="connsiteY7" fmla="*/ 225749 h 335964"/>
              <a:gd name="connsiteX8" fmla="*/ 9656038 w 9683261"/>
              <a:gd name="connsiteY8" fmla="*/ 212909 h 335964"/>
              <a:gd name="connsiteX9" fmla="*/ 9669650 w 9683261"/>
              <a:gd name="connsiteY9" fmla="*/ 200069 h 335964"/>
              <a:gd name="connsiteX10" fmla="*/ 9609373 w 9683261"/>
              <a:gd name="connsiteY10" fmla="*/ 143445 h 335964"/>
              <a:gd name="connsiteX11" fmla="*/ 9632706 w 9683261"/>
              <a:gd name="connsiteY11" fmla="*/ 166987 h 335964"/>
              <a:gd name="connsiteX12" fmla="*/ 9609373 w 9683261"/>
              <a:gd name="connsiteY12" fmla="*/ 190527 h 335964"/>
              <a:gd name="connsiteX13" fmla="*/ 9586041 w 9683261"/>
              <a:gd name="connsiteY13" fmla="*/ 166987 h 335964"/>
              <a:gd name="connsiteX14" fmla="*/ 9609373 w 9683261"/>
              <a:gd name="connsiteY14" fmla="*/ 143445 h 335964"/>
              <a:gd name="connsiteX15" fmla="*/ 9669650 w 9683261"/>
              <a:gd name="connsiteY15" fmla="*/ 101921 h 335964"/>
              <a:gd name="connsiteX16" fmla="*/ 9683261 w 9683261"/>
              <a:gd name="connsiteY16" fmla="*/ 114762 h 335964"/>
              <a:gd name="connsiteX17" fmla="*/ 9669650 w 9683261"/>
              <a:gd name="connsiteY17" fmla="*/ 127602 h 335964"/>
              <a:gd name="connsiteX18" fmla="*/ 9656038 w 9683261"/>
              <a:gd name="connsiteY18" fmla="*/ 114762 h 335964"/>
              <a:gd name="connsiteX19" fmla="*/ 9669650 w 9683261"/>
              <a:gd name="connsiteY19" fmla="*/ 101921 h 335964"/>
              <a:gd name="connsiteX20" fmla="*/ 9609373 w 9683261"/>
              <a:gd name="connsiteY20" fmla="*/ 50961 h 335964"/>
              <a:gd name="connsiteX21" fmla="*/ 9632706 w 9683261"/>
              <a:gd name="connsiteY21" fmla="*/ 74501 h 335964"/>
              <a:gd name="connsiteX22" fmla="*/ 9609373 w 9683261"/>
              <a:gd name="connsiteY22" fmla="*/ 98043 h 335964"/>
              <a:gd name="connsiteX23" fmla="*/ 9586041 w 9683261"/>
              <a:gd name="connsiteY23" fmla="*/ 74501 h 335964"/>
              <a:gd name="connsiteX24" fmla="*/ 9609373 w 9683261"/>
              <a:gd name="connsiteY24" fmla="*/ 50961 h 335964"/>
              <a:gd name="connsiteX25" fmla="*/ 0 w 9683261"/>
              <a:gd name="connsiteY25" fmla="*/ 0 h 335964"/>
              <a:gd name="connsiteX26" fmla="*/ 739665 w 9683261"/>
              <a:gd name="connsiteY26" fmla="*/ 0 h 335964"/>
              <a:gd name="connsiteX27" fmla="*/ 9540864 w 9683261"/>
              <a:gd name="connsiteY27" fmla="*/ 0 h 335964"/>
              <a:gd name="connsiteX28" fmla="*/ 9568541 w 9683261"/>
              <a:gd name="connsiteY28" fmla="*/ 27997 h 335964"/>
              <a:gd name="connsiteX29" fmla="*/ 9540864 w 9683261"/>
              <a:gd name="connsiteY29" fmla="*/ 55995 h 335964"/>
              <a:gd name="connsiteX30" fmla="*/ 9522411 w 9683261"/>
              <a:gd name="connsiteY30" fmla="*/ 74659 h 335964"/>
              <a:gd name="connsiteX31" fmla="*/ 9540864 w 9683261"/>
              <a:gd name="connsiteY31" fmla="*/ 97990 h 335964"/>
              <a:gd name="connsiteX32" fmla="*/ 9568541 w 9683261"/>
              <a:gd name="connsiteY32" fmla="*/ 121320 h 335964"/>
              <a:gd name="connsiteX33" fmla="*/ 9545478 w 9683261"/>
              <a:gd name="connsiteY33" fmla="*/ 149317 h 335964"/>
              <a:gd name="connsiteX34" fmla="*/ 9540864 w 9683261"/>
              <a:gd name="connsiteY34" fmla="*/ 149317 h 335964"/>
              <a:gd name="connsiteX35" fmla="*/ 9522411 w 9683261"/>
              <a:gd name="connsiteY35" fmla="*/ 167982 h 335964"/>
              <a:gd name="connsiteX36" fmla="*/ 9540864 w 9683261"/>
              <a:gd name="connsiteY36" fmla="*/ 191313 h 335964"/>
              <a:gd name="connsiteX37" fmla="*/ 9568541 w 9683261"/>
              <a:gd name="connsiteY37" fmla="*/ 214644 h 335964"/>
              <a:gd name="connsiteX38" fmla="*/ 9540864 w 9683261"/>
              <a:gd name="connsiteY38" fmla="*/ 242641 h 335964"/>
              <a:gd name="connsiteX39" fmla="*/ 9522411 w 9683261"/>
              <a:gd name="connsiteY39" fmla="*/ 265971 h 335964"/>
              <a:gd name="connsiteX40" fmla="*/ 9540864 w 9683261"/>
              <a:gd name="connsiteY40" fmla="*/ 284636 h 335964"/>
              <a:gd name="connsiteX41" fmla="*/ 9568541 w 9683261"/>
              <a:gd name="connsiteY41" fmla="*/ 312633 h 335964"/>
              <a:gd name="connsiteX42" fmla="*/ 9540864 w 9683261"/>
              <a:gd name="connsiteY42" fmla="*/ 335964 h 335964"/>
              <a:gd name="connsiteX43" fmla="*/ 845227 w 9683261"/>
              <a:gd name="connsiteY43" fmla="*/ 335964 h 335964"/>
              <a:gd name="connsiteX44" fmla="*/ 0 w 9683261"/>
              <a:gd name="connsiteY44" fmla="*/ 335964 h 3359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Lst>
            <a:rect l="l" t="t" r="r" b="b"/>
            <a:pathLst>
              <a:path w="9683261" h="335964">
                <a:moveTo>
                  <a:pt x="9609373" y="237817"/>
                </a:moveTo>
                <a:cubicBezTo>
                  <a:pt x="9622259" y="237817"/>
                  <a:pt x="9632706" y="248357"/>
                  <a:pt x="9632706" y="261358"/>
                </a:cubicBezTo>
                <a:cubicBezTo>
                  <a:pt x="9632706" y="274359"/>
                  <a:pt x="9622259" y="284899"/>
                  <a:pt x="9609373" y="284899"/>
                </a:cubicBezTo>
                <a:cubicBezTo>
                  <a:pt x="9596486" y="284899"/>
                  <a:pt x="9586041" y="274359"/>
                  <a:pt x="9586041" y="261358"/>
                </a:cubicBezTo>
                <a:cubicBezTo>
                  <a:pt x="9586041" y="248357"/>
                  <a:pt x="9596486" y="237817"/>
                  <a:pt x="9609373" y="237817"/>
                </a:cubicBezTo>
                <a:close/>
                <a:moveTo>
                  <a:pt x="9669650" y="200069"/>
                </a:moveTo>
                <a:cubicBezTo>
                  <a:pt x="9677168" y="200069"/>
                  <a:pt x="9683261" y="205817"/>
                  <a:pt x="9683261" y="212909"/>
                </a:cubicBezTo>
                <a:cubicBezTo>
                  <a:pt x="9683261" y="220001"/>
                  <a:pt x="9677168" y="225749"/>
                  <a:pt x="9669650" y="225749"/>
                </a:cubicBezTo>
                <a:cubicBezTo>
                  <a:pt x="9662132" y="225749"/>
                  <a:pt x="9656038" y="220001"/>
                  <a:pt x="9656038" y="212909"/>
                </a:cubicBezTo>
                <a:cubicBezTo>
                  <a:pt x="9656038" y="205817"/>
                  <a:pt x="9662132" y="200069"/>
                  <a:pt x="9669650" y="200069"/>
                </a:cubicBezTo>
                <a:close/>
                <a:moveTo>
                  <a:pt x="9609373" y="143445"/>
                </a:moveTo>
                <a:cubicBezTo>
                  <a:pt x="9622259" y="143445"/>
                  <a:pt x="9632706" y="153985"/>
                  <a:pt x="9632706" y="166987"/>
                </a:cubicBezTo>
                <a:cubicBezTo>
                  <a:pt x="9632706" y="179987"/>
                  <a:pt x="9622259" y="190527"/>
                  <a:pt x="9609373" y="190527"/>
                </a:cubicBezTo>
                <a:cubicBezTo>
                  <a:pt x="9596486" y="190527"/>
                  <a:pt x="9586041" y="179987"/>
                  <a:pt x="9586041" y="166987"/>
                </a:cubicBezTo>
                <a:cubicBezTo>
                  <a:pt x="9586041" y="153985"/>
                  <a:pt x="9596486" y="143445"/>
                  <a:pt x="9609373" y="143445"/>
                </a:cubicBezTo>
                <a:close/>
                <a:moveTo>
                  <a:pt x="9669650" y="101921"/>
                </a:moveTo>
                <a:cubicBezTo>
                  <a:pt x="9677168" y="101921"/>
                  <a:pt x="9683261" y="107670"/>
                  <a:pt x="9683261" y="114762"/>
                </a:cubicBezTo>
                <a:cubicBezTo>
                  <a:pt x="9683261" y="121855"/>
                  <a:pt x="9677168" y="127602"/>
                  <a:pt x="9669650" y="127602"/>
                </a:cubicBezTo>
                <a:cubicBezTo>
                  <a:pt x="9662132" y="127602"/>
                  <a:pt x="9656038" y="121855"/>
                  <a:pt x="9656038" y="114762"/>
                </a:cubicBezTo>
                <a:cubicBezTo>
                  <a:pt x="9656038" y="107670"/>
                  <a:pt x="9662132" y="101921"/>
                  <a:pt x="9669650" y="101921"/>
                </a:cubicBezTo>
                <a:close/>
                <a:moveTo>
                  <a:pt x="9609373" y="50961"/>
                </a:moveTo>
                <a:cubicBezTo>
                  <a:pt x="9622259" y="50961"/>
                  <a:pt x="9632706" y="61501"/>
                  <a:pt x="9632706" y="74501"/>
                </a:cubicBezTo>
                <a:cubicBezTo>
                  <a:pt x="9632706" y="87503"/>
                  <a:pt x="9622259" y="98043"/>
                  <a:pt x="9609373" y="98043"/>
                </a:cubicBezTo>
                <a:cubicBezTo>
                  <a:pt x="9596486" y="98043"/>
                  <a:pt x="9586041" y="87503"/>
                  <a:pt x="9586041" y="74501"/>
                </a:cubicBezTo>
                <a:cubicBezTo>
                  <a:pt x="9586041" y="61501"/>
                  <a:pt x="9596486" y="50961"/>
                  <a:pt x="9609373" y="50961"/>
                </a:cubicBezTo>
                <a:close/>
                <a:moveTo>
                  <a:pt x="0" y="0"/>
                </a:moveTo>
                <a:lnTo>
                  <a:pt x="739665" y="0"/>
                </a:lnTo>
                <a:cubicBezTo>
                  <a:pt x="2800514" y="0"/>
                  <a:pt x="5636951" y="0"/>
                  <a:pt x="9540864" y="0"/>
                </a:cubicBezTo>
                <a:cubicBezTo>
                  <a:pt x="9559315" y="0"/>
                  <a:pt x="9568541" y="13999"/>
                  <a:pt x="9568541" y="27997"/>
                </a:cubicBezTo>
                <a:cubicBezTo>
                  <a:pt x="9568541" y="41996"/>
                  <a:pt x="9559315" y="55995"/>
                  <a:pt x="9540864" y="55995"/>
                </a:cubicBezTo>
                <a:cubicBezTo>
                  <a:pt x="9531638" y="55995"/>
                  <a:pt x="9522411" y="65327"/>
                  <a:pt x="9522411" y="74659"/>
                </a:cubicBezTo>
                <a:cubicBezTo>
                  <a:pt x="9522411" y="83992"/>
                  <a:pt x="9531638" y="93323"/>
                  <a:pt x="9540864" y="97990"/>
                </a:cubicBezTo>
                <a:cubicBezTo>
                  <a:pt x="9559315" y="97990"/>
                  <a:pt x="9568541" y="107321"/>
                  <a:pt x="9568541" y="121320"/>
                </a:cubicBezTo>
                <a:cubicBezTo>
                  <a:pt x="9568541" y="135319"/>
                  <a:pt x="9559315" y="149317"/>
                  <a:pt x="9545478" y="149317"/>
                </a:cubicBezTo>
                <a:cubicBezTo>
                  <a:pt x="9545478" y="149317"/>
                  <a:pt x="9545478" y="149317"/>
                  <a:pt x="9540864" y="149317"/>
                </a:cubicBezTo>
                <a:cubicBezTo>
                  <a:pt x="9531638" y="149317"/>
                  <a:pt x="9522411" y="158650"/>
                  <a:pt x="9522411" y="167982"/>
                </a:cubicBezTo>
                <a:cubicBezTo>
                  <a:pt x="9522411" y="181981"/>
                  <a:pt x="9531638" y="191313"/>
                  <a:pt x="9540864" y="191313"/>
                </a:cubicBezTo>
                <a:cubicBezTo>
                  <a:pt x="9559315" y="191313"/>
                  <a:pt x="9568541" y="200645"/>
                  <a:pt x="9568541" y="214644"/>
                </a:cubicBezTo>
                <a:cubicBezTo>
                  <a:pt x="9568541" y="233309"/>
                  <a:pt x="9559315" y="242641"/>
                  <a:pt x="9540864" y="242641"/>
                </a:cubicBezTo>
                <a:cubicBezTo>
                  <a:pt x="9531638" y="242641"/>
                  <a:pt x="9522411" y="251972"/>
                  <a:pt x="9522411" y="265971"/>
                </a:cubicBezTo>
                <a:cubicBezTo>
                  <a:pt x="9522411" y="275305"/>
                  <a:pt x="9531638" y="284636"/>
                  <a:pt x="9540864" y="284636"/>
                </a:cubicBezTo>
                <a:cubicBezTo>
                  <a:pt x="9559315" y="284636"/>
                  <a:pt x="9568541" y="298634"/>
                  <a:pt x="9568541" y="312633"/>
                </a:cubicBezTo>
                <a:cubicBezTo>
                  <a:pt x="9568541" y="326632"/>
                  <a:pt x="9559315" y="335964"/>
                  <a:pt x="9540864" y="335964"/>
                </a:cubicBezTo>
                <a:cubicBezTo>
                  <a:pt x="9540864" y="335964"/>
                  <a:pt x="9540864" y="335964"/>
                  <a:pt x="845227" y="335964"/>
                </a:cubicBezTo>
                <a:lnTo>
                  <a:pt x="0" y="335964"/>
                </a:lnTo>
                <a:close/>
              </a:path>
            </a:pathLst>
          </a:custGeom>
          <a:solidFill>
            <a:schemeClr val="tx2"/>
          </a:solidFill>
          <a:ln w="3175">
            <a:noFill/>
          </a:ln>
        </p:spPr>
        <p:txBody>
          <a:bodyPr wrap="square" lIns="630000" tIns="0" rIns="360000" bIns="0" anchor="ctr">
            <a:noAutofit/>
          </a:bodyPr>
          <a:lstStyle>
            <a:lvl1pPr marL="0" indent="0">
              <a:lnSpc>
                <a:spcPct val="100000"/>
              </a:lnSpc>
              <a:buNone/>
              <a:defRPr sz="1500" b="1" cap="all" baseline="0">
                <a:solidFill>
                  <a:schemeClr val="bg1"/>
                </a:solidFill>
                <a:latin typeface="+mn-lt"/>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noProof="0"/>
              <a:t>TOPIC:  </a:t>
            </a:r>
          </a:p>
        </p:txBody>
      </p:sp>
      <p:sp>
        <p:nvSpPr>
          <p:cNvPr id="4" name="Espace réservé de la date 3">
            <a:extLst>
              <a:ext uri="{FF2B5EF4-FFF2-40B4-BE49-F238E27FC236}">
                <a16:creationId xmlns:a16="http://schemas.microsoft.com/office/drawing/2014/main" id="{0023D345-337F-488B-8D03-DF3DDDA5DDF5}"/>
              </a:ext>
            </a:extLst>
          </p:cNvPr>
          <p:cNvSpPr>
            <a:spLocks noGrp="1"/>
          </p:cNvSpPr>
          <p:nvPr>
            <p:ph type="dt" sz="half" idx="15"/>
          </p:nvPr>
        </p:nvSpPr>
        <p:spPr/>
        <p:txBody>
          <a:bodyPr/>
          <a:lstStyle/>
          <a:p>
            <a:r>
              <a:rPr lang="en-US" noProof="0"/>
              <a:t>LYYYY/MM/DD</a:t>
            </a:r>
            <a:endParaRPr lang="en-US" b="0" noProof="0"/>
          </a:p>
        </p:txBody>
      </p:sp>
      <p:sp>
        <p:nvSpPr>
          <p:cNvPr id="7" name="Espace réservé du pied de page 6">
            <a:extLst>
              <a:ext uri="{FF2B5EF4-FFF2-40B4-BE49-F238E27FC236}">
                <a16:creationId xmlns:a16="http://schemas.microsoft.com/office/drawing/2014/main" id="{509EADAA-0C96-4D73-B394-C1A53CEA1029}"/>
              </a:ext>
            </a:extLst>
          </p:cNvPr>
          <p:cNvSpPr>
            <a:spLocks noGrp="1"/>
          </p:cNvSpPr>
          <p:nvPr>
            <p:ph type="ftr" sz="quarter" idx="16"/>
          </p:nvPr>
        </p:nvSpPr>
        <p:spPr>
          <a:xfrm>
            <a:off x="1786269" y="6497436"/>
            <a:ext cx="4800000" cy="216000"/>
          </a:xfrm>
        </p:spPr>
        <p:txBody>
          <a:bodyPr/>
          <a:lstStyle/>
          <a:p>
            <a:r>
              <a:rPr lang="en-US" noProof="0"/>
              <a:t>Communication Department</a:t>
            </a:r>
            <a:endParaRPr lang="en-US" b="0" noProof="0"/>
          </a:p>
        </p:txBody>
      </p:sp>
      <p:sp>
        <p:nvSpPr>
          <p:cNvPr id="8" name="Espace réservé du numéro de diapositive 7">
            <a:extLst>
              <a:ext uri="{FF2B5EF4-FFF2-40B4-BE49-F238E27FC236}">
                <a16:creationId xmlns:a16="http://schemas.microsoft.com/office/drawing/2014/main" id="{257223AC-9555-4A04-BCAD-D73603C5E654}"/>
              </a:ext>
            </a:extLst>
          </p:cNvPr>
          <p:cNvSpPr>
            <a:spLocks noGrp="1"/>
          </p:cNvSpPr>
          <p:nvPr>
            <p:ph type="sldNum" sz="quarter" idx="17"/>
          </p:nvPr>
        </p:nvSpPr>
        <p:spPr/>
        <p:txBody>
          <a:bodyPr/>
          <a:lstStyle/>
          <a:p>
            <a:fld id="{975A587B-5814-4D9B-9598-FE9CB954CB01}" type="slidenum">
              <a:rPr lang="en-US" noProof="0" smtClean="0"/>
              <a:pPr/>
              <a:t>‹#›</a:t>
            </a:fld>
            <a:endParaRPr lang="en-US" b="0" noProof="0"/>
          </a:p>
        </p:txBody>
      </p:sp>
      <p:sp>
        <p:nvSpPr>
          <p:cNvPr id="5" name="Rectangle 4">
            <a:extLst>
              <a:ext uri="{FF2B5EF4-FFF2-40B4-BE49-F238E27FC236}">
                <a16:creationId xmlns:a16="http://schemas.microsoft.com/office/drawing/2014/main" id="{729CB16D-2246-A80D-A41B-8F2B5AD67105}"/>
              </a:ext>
            </a:extLst>
          </p:cNvPr>
          <p:cNvSpPr/>
          <p:nvPr userDrawn="1"/>
        </p:nvSpPr>
        <p:spPr>
          <a:xfrm>
            <a:off x="3402761" y="5157357"/>
            <a:ext cx="5205780" cy="1119460"/>
          </a:xfrm>
          <a:prstGeom prst="rect">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a:solidFill>
                <a:schemeClr val="tx2">
                  <a:lumMod val="75000"/>
                </a:schemeClr>
              </a:solidFill>
            </a:endParaRPr>
          </a:p>
          <a:p>
            <a:pPr algn="ctr"/>
            <a:endParaRPr lang="en-US"/>
          </a:p>
          <a:p>
            <a:pPr algn="ctr"/>
            <a:endParaRPr lang="en-US"/>
          </a:p>
          <a:p>
            <a:pPr algn="ctr"/>
            <a:endParaRPr lang="en-US"/>
          </a:p>
          <a:p>
            <a:pPr algn="ctr"/>
            <a:endParaRPr lang="en-US"/>
          </a:p>
          <a:p>
            <a:pPr algn="ctr"/>
            <a:endParaRPr lang="en-GB"/>
          </a:p>
        </p:txBody>
      </p:sp>
      <p:sp>
        <p:nvSpPr>
          <p:cNvPr id="6" name="Freeform: Shape 5">
            <a:extLst>
              <a:ext uri="{FF2B5EF4-FFF2-40B4-BE49-F238E27FC236}">
                <a16:creationId xmlns:a16="http://schemas.microsoft.com/office/drawing/2014/main" id="{C9731027-E229-7ED9-761E-7DB4715C000E}"/>
              </a:ext>
            </a:extLst>
          </p:cNvPr>
          <p:cNvSpPr/>
          <p:nvPr userDrawn="1"/>
        </p:nvSpPr>
        <p:spPr>
          <a:xfrm>
            <a:off x="127686" y="1331311"/>
            <a:ext cx="5832389" cy="5076840"/>
          </a:xfrm>
          <a:custGeom>
            <a:avLst/>
            <a:gdLst>
              <a:gd name="connsiteX0" fmla="*/ 3179805 w 5832389"/>
              <a:gd name="connsiteY0" fmla="*/ 5535827 h 5552303"/>
              <a:gd name="connsiteX1" fmla="*/ 3188043 w 5832389"/>
              <a:gd name="connsiteY1" fmla="*/ 3319849 h 5552303"/>
              <a:gd name="connsiteX2" fmla="*/ 5832389 w 5832389"/>
              <a:gd name="connsiteY2" fmla="*/ 3319849 h 5552303"/>
              <a:gd name="connsiteX3" fmla="*/ 5832389 w 5832389"/>
              <a:gd name="connsiteY3" fmla="*/ 0 h 5552303"/>
              <a:gd name="connsiteX4" fmla="*/ 0 w 5832389"/>
              <a:gd name="connsiteY4" fmla="*/ 16476 h 5552303"/>
              <a:gd name="connsiteX5" fmla="*/ 8237 w 5832389"/>
              <a:gd name="connsiteY5" fmla="*/ 5552303 h 5552303"/>
              <a:gd name="connsiteX6" fmla="*/ 3179805 w 5832389"/>
              <a:gd name="connsiteY6" fmla="*/ 5535827 h 5552303"/>
              <a:gd name="connsiteX0" fmla="*/ 3179805 w 5832389"/>
              <a:gd name="connsiteY0" fmla="*/ 5535827 h 5552303"/>
              <a:gd name="connsiteX1" fmla="*/ 3188043 w 5832389"/>
              <a:gd name="connsiteY1" fmla="*/ 3319849 h 5552303"/>
              <a:gd name="connsiteX2" fmla="*/ 5832389 w 5832389"/>
              <a:gd name="connsiteY2" fmla="*/ 4121680 h 5552303"/>
              <a:gd name="connsiteX3" fmla="*/ 5832389 w 5832389"/>
              <a:gd name="connsiteY3" fmla="*/ 0 h 5552303"/>
              <a:gd name="connsiteX4" fmla="*/ 0 w 5832389"/>
              <a:gd name="connsiteY4" fmla="*/ 16476 h 5552303"/>
              <a:gd name="connsiteX5" fmla="*/ 8237 w 5832389"/>
              <a:gd name="connsiteY5" fmla="*/ 5552303 h 5552303"/>
              <a:gd name="connsiteX6" fmla="*/ 3179805 w 5832389"/>
              <a:gd name="connsiteY6" fmla="*/ 5535827 h 5552303"/>
              <a:gd name="connsiteX0" fmla="*/ 3179805 w 5832389"/>
              <a:gd name="connsiteY0" fmla="*/ 5535827 h 5552303"/>
              <a:gd name="connsiteX1" fmla="*/ 3171567 w 5832389"/>
              <a:gd name="connsiteY1" fmla="*/ 4121680 h 5552303"/>
              <a:gd name="connsiteX2" fmla="*/ 5832389 w 5832389"/>
              <a:gd name="connsiteY2" fmla="*/ 4121680 h 5552303"/>
              <a:gd name="connsiteX3" fmla="*/ 5832389 w 5832389"/>
              <a:gd name="connsiteY3" fmla="*/ 0 h 5552303"/>
              <a:gd name="connsiteX4" fmla="*/ 0 w 5832389"/>
              <a:gd name="connsiteY4" fmla="*/ 16476 h 5552303"/>
              <a:gd name="connsiteX5" fmla="*/ 8237 w 5832389"/>
              <a:gd name="connsiteY5" fmla="*/ 5552303 h 5552303"/>
              <a:gd name="connsiteX6" fmla="*/ 3179805 w 5832389"/>
              <a:gd name="connsiteY6" fmla="*/ 5535827 h 55523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832389" h="5552303">
                <a:moveTo>
                  <a:pt x="3179805" y="5535827"/>
                </a:moveTo>
                <a:lnTo>
                  <a:pt x="3171567" y="4121680"/>
                </a:lnTo>
                <a:lnTo>
                  <a:pt x="5832389" y="4121680"/>
                </a:lnTo>
                <a:lnTo>
                  <a:pt x="5832389" y="0"/>
                </a:lnTo>
                <a:lnTo>
                  <a:pt x="0" y="16476"/>
                </a:lnTo>
                <a:cubicBezTo>
                  <a:pt x="2746" y="1861752"/>
                  <a:pt x="5491" y="3707027"/>
                  <a:pt x="8237" y="5552303"/>
                </a:cubicBezTo>
                <a:lnTo>
                  <a:pt x="3179805" y="5535827"/>
                </a:lnTo>
                <a:close/>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 name="Freeform: Shape 8">
            <a:extLst>
              <a:ext uri="{FF2B5EF4-FFF2-40B4-BE49-F238E27FC236}">
                <a16:creationId xmlns:a16="http://schemas.microsoft.com/office/drawing/2014/main" id="{C06E73BD-2844-7646-D46C-4EFAF8706921}"/>
              </a:ext>
            </a:extLst>
          </p:cNvPr>
          <p:cNvSpPr/>
          <p:nvPr userDrawn="1"/>
        </p:nvSpPr>
        <p:spPr>
          <a:xfrm flipH="1">
            <a:off x="6068237" y="1341939"/>
            <a:ext cx="5832389" cy="5076840"/>
          </a:xfrm>
          <a:custGeom>
            <a:avLst/>
            <a:gdLst>
              <a:gd name="connsiteX0" fmla="*/ 3179805 w 5832389"/>
              <a:gd name="connsiteY0" fmla="*/ 5535827 h 5552303"/>
              <a:gd name="connsiteX1" fmla="*/ 3188043 w 5832389"/>
              <a:gd name="connsiteY1" fmla="*/ 3319849 h 5552303"/>
              <a:gd name="connsiteX2" fmla="*/ 5832389 w 5832389"/>
              <a:gd name="connsiteY2" fmla="*/ 3319849 h 5552303"/>
              <a:gd name="connsiteX3" fmla="*/ 5832389 w 5832389"/>
              <a:gd name="connsiteY3" fmla="*/ 0 h 5552303"/>
              <a:gd name="connsiteX4" fmla="*/ 0 w 5832389"/>
              <a:gd name="connsiteY4" fmla="*/ 16476 h 5552303"/>
              <a:gd name="connsiteX5" fmla="*/ 8237 w 5832389"/>
              <a:gd name="connsiteY5" fmla="*/ 5552303 h 5552303"/>
              <a:gd name="connsiteX6" fmla="*/ 3179805 w 5832389"/>
              <a:gd name="connsiteY6" fmla="*/ 5535827 h 5552303"/>
              <a:gd name="connsiteX0" fmla="*/ 3179805 w 5832389"/>
              <a:gd name="connsiteY0" fmla="*/ 5535827 h 5552303"/>
              <a:gd name="connsiteX1" fmla="*/ 3204519 w 5832389"/>
              <a:gd name="connsiteY1" fmla="*/ 4094652 h 5552303"/>
              <a:gd name="connsiteX2" fmla="*/ 5832389 w 5832389"/>
              <a:gd name="connsiteY2" fmla="*/ 3319849 h 5552303"/>
              <a:gd name="connsiteX3" fmla="*/ 5832389 w 5832389"/>
              <a:gd name="connsiteY3" fmla="*/ 0 h 5552303"/>
              <a:gd name="connsiteX4" fmla="*/ 0 w 5832389"/>
              <a:gd name="connsiteY4" fmla="*/ 16476 h 5552303"/>
              <a:gd name="connsiteX5" fmla="*/ 8237 w 5832389"/>
              <a:gd name="connsiteY5" fmla="*/ 5552303 h 5552303"/>
              <a:gd name="connsiteX6" fmla="*/ 3179805 w 5832389"/>
              <a:gd name="connsiteY6" fmla="*/ 5535827 h 5552303"/>
              <a:gd name="connsiteX0" fmla="*/ 3179805 w 5832389"/>
              <a:gd name="connsiteY0" fmla="*/ 5535827 h 5552303"/>
              <a:gd name="connsiteX1" fmla="*/ 3204519 w 5832389"/>
              <a:gd name="connsiteY1" fmla="*/ 4094652 h 5552303"/>
              <a:gd name="connsiteX2" fmla="*/ 5824151 w 5832389"/>
              <a:gd name="connsiteY2" fmla="*/ 4112671 h 5552303"/>
              <a:gd name="connsiteX3" fmla="*/ 5832389 w 5832389"/>
              <a:gd name="connsiteY3" fmla="*/ 0 h 5552303"/>
              <a:gd name="connsiteX4" fmla="*/ 0 w 5832389"/>
              <a:gd name="connsiteY4" fmla="*/ 16476 h 5552303"/>
              <a:gd name="connsiteX5" fmla="*/ 8237 w 5832389"/>
              <a:gd name="connsiteY5" fmla="*/ 5552303 h 5552303"/>
              <a:gd name="connsiteX6" fmla="*/ 3179805 w 5832389"/>
              <a:gd name="connsiteY6" fmla="*/ 5535827 h 55523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832389" h="5552303">
                <a:moveTo>
                  <a:pt x="3179805" y="5535827"/>
                </a:moveTo>
                <a:lnTo>
                  <a:pt x="3204519" y="4094652"/>
                </a:lnTo>
                <a:lnTo>
                  <a:pt x="5824151" y="4112671"/>
                </a:lnTo>
                <a:lnTo>
                  <a:pt x="5832389" y="0"/>
                </a:lnTo>
                <a:lnTo>
                  <a:pt x="0" y="16476"/>
                </a:lnTo>
                <a:cubicBezTo>
                  <a:pt x="2746" y="1861752"/>
                  <a:pt x="5491" y="3707027"/>
                  <a:pt x="8237" y="5552303"/>
                </a:cubicBezTo>
                <a:lnTo>
                  <a:pt x="3179805" y="5535827"/>
                </a:lnTo>
                <a:close/>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 name="Rectangle: Rounded Corners 13">
            <a:extLst>
              <a:ext uri="{FF2B5EF4-FFF2-40B4-BE49-F238E27FC236}">
                <a16:creationId xmlns:a16="http://schemas.microsoft.com/office/drawing/2014/main" id="{941E74EF-D374-EB66-FBEA-A899560DBDF2}"/>
              </a:ext>
            </a:extLst>
          </p:cNvPr>
          <p:cNvSpPr/>
          <p:nvPr userDrawn="1"/>
        </p:nvSpPr>
        <p:spPr>
          <a:xfrm>
            <a:off x="138701" y="866476"/>
            <a:ext cx="5821374" cy="393913"/>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a:t>CURRENT STATE</a:t>
            </a:r>
            <a:endParaRPr lang="en-GB" sz="1400"/>
          </a:p>
        </p:txBody>
      </p:sp>
      <p:sp>
        <p:nvSpPr>
          <p:cNvPr id="15" name="Rectangle: Rounded Corners 14">
            <a:extLst>
              <a:ext uri="{FF2B5EF4-FFF2-40B4-BE49-F238E27FC236}">
                <a16:creationId xmlns:a16="http://schemas.microsoft.com/office/drawing/2014/main" id="{4E9A31C0-1E87-2D6A-21DF-BCF06EC08F89}"/>
              </a:ext>
            </a:extLst>
          </p:cNvPr>
          <p:cNvSpPr/>
          <p:nvPr userDrawn="1"/>
        </p:nvSpPr>
        <p:spPr>
          <a:xfrm>
            <a:off x="6068237" y="866476"/>
            <a:ext cx="5821374" cy="393913"/>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a:t>FUTURE STATE – VISION/ IDEA VIA AUTOMATION</a:t>
            </a:r>
            <a:endParaRPr lang="en-GB" sz="1400"/>
          </a:p>
        </p:txBody>
      </p:sp>
      <p:sp>
        <p:nvSpPr>
          <p:cNvPr id="16" name="TextBox 15">
            <a:extLst>
              <a:ext uri="{FF2B5EF4-FFF2-40B4-BE49-F238E27FC236}">
                <a16:creationId xmlns:a16="http://schemas.microsoft.com/office/drawing/2014/main" id="{8D093124-5C9C-6D47-02CA-B9618DCC222E}"/>
              </a:ext>
            </a:extLst>
          </p:cNvPr>
          <p:cNvSpPr txBox="1"/>
          <p:nvPr userDrawn="1"/>
        </p:nvSpPr>
        <p:spPr>
          <a:xfrm>
            <a:off x="5071725" y="5157357"/>
            <a:ext cx="1993023" cy="246221"/>
          </a:xfrm>
          <a:prstGeom prst="rect">
            <a:avLst/>
          </a:prstGeom>
          <a:noFill/>
        </p:spPr>
        <p:txBody>
          <a:bodyPr wrap="square" rtlCol="0">
            <a:spAutoFit/>
          </a:bodyPr>
          <a:lstStyle/>
          <a:p>
            <a:pPr algn="ctr"/>
            <a:r>
              <a:rPr lang="en-US" sz="1000">
                <a:solidFill>
                  <a:schemeClr val="bg1"/>
                </a:solidFill>
              </a:rPr>
              <a:t>VALUE PROPOSITION</a:t>
            </a:r>
            <a:endParaRPr lang="en-GB" sz="1000">
              <a:solidFill>
                <a:schemeClr val="bg1"/>
              </a:solidFill>
            </a:endParaRPr>
          </a:p>
        </p:txBody>
      </p:sp>
    </p:spTree>
    <p:extLst>
      <p:ext uri="{BB962C8B-B14F-4D97-AF65-F5344CB8AC3E}">
        <p14:creationId xmlns:p14="http://schemas.microsoft.com/office/powerpoint/2010/main" val="30829846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ext with a photo">
    <p:spTree>
      <p:nvGrpSpPr>
        <p:cNvPr id="1" name=""/>
        <p:cNvGrpSpPr/>
        <p:nvPr/>
      </p:nvGrpSpPr>
      <p:grpSpPr>
        <a:xfrm>
          <a:off x="0" y="0"/>
          <a:ext cx="0" cy="0"/>
          <a:chOff x="0" y="0"/>
          <a:chExt cx="0" cy="0"/>
        </a:xfrm>
      </p:grpSpPr>
      <p:sp>
        <p:nvSpPr>
          <p:cNvPr id="11" name="Espace réservé du texte 10">
            <a:extLst>
              <a:ext uri="{FF2B5EF4-FFF2-40B4-BE49-F238E27FC236}">
                <a16:creationId xmlns:a16="http://schemas.microsoft.com/office/drawing/2014/main" id="{8C7A5F77-9A92-46CF-AF0E-296CA94F051F}"/>
              </a:ext>
            </a:extLst>
          </p:cNvPr>
          <p:cNvSpPr>
            <a:spLocks noGrp="1"/>
          </p:cNvSpPr>
          <p:nvPr>
            <p:ph type="body" sz="quarter" idx="13" hasCustomPrompt="1"/>
          </p:nvPr>
        </p:nvSpPr>
        <p:spPr>
          <a:xfrm>
            <a:off x="536400" y="2927612"/>
            <a:ext cx="5328000" cy="3240000"/>
          </a:xfrm>
        </p:spPr>
        <p:txBody>
          <a:bodyPr/>
          <a:lstStyle>
            <a:lvl1pPr>
              <a:defRPr sz="1900"/>
            </a:lvl1pPr>
            <a:lvl2pPr>
              <a:defRPr sz="1900"/>
            </a:lvl2pPr>
            <a:lvl3pPr>
              <a:defRPr sz="1500"/>
            </a:lvl3pPr>
            <a:lvl4pPr>
              <a:defRPr sz="1300"/>
            </a:lvl4pPr>
            <a:lvl5pPr>
              <a:defRPr sz="1300"/>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7" name="Espace réservé du texte 16">
            <a:extLst>
              <a:ext uri="{FF2B5EF4-FFF2-40B4-BE49-F238E27FC236}">
                <a16:creationId xmlns:a16="http://schemas.microsoft.com/office/drawing/2014/main" id="{38D92F9C-9CF1-426A-9EA7-935D5427C4DA}"/>
              </a:ext>
            </a:extLst>
          </p:cNvPr>
          <p:cNvSpPr>
            <a:spLocks noGrp="1"/>
          </p:cNvSpPr>
          <p:nvPr>
            <p:ph type="body" idx="1" hasCustomPrompt="1"/>
          </p:nvPr>
        </p:nvSpPr>
        <p:spPr>
          <a:xfrm>
            <a:off x="1" y="449849"/>
            <a:ext cx="9683261" cy="335964"/>
          </a:xfrm>
          <a:custGeom>
            <a:avLst/>
            <a:gdLst>
              <a:gd name="connsiteX0" fmla="*/ 9609373 w 9683261"/>
              <a:gd name="connsiteY0" fmla="*/ 237817 h 335964"/>
              <a:gd name="connsiteX1" fmla="*/ 9632706 w 9683261"/>
              <a:gd name="connsiteY1" fmla="*/ 261358 h 335964"/>
              <a:gd name="connsiteX2" fmla="*/ 9609373 w 9683261"/>
              <a:gd name="connsiteY2" fmla="*/ 284899 h 335964"/>
              <a:gd name="connsiteX3" fmla="*/ 9586041 w 9683261"/>
              <a:gd name="connsiteY3" fmla="*/ 261358 h 335964"/>
              <a:gd name="connsiteX4" fmla="*/ 9609373 w 9683261"/>
              <a:gd name="connsiteY4" fmla="*/ 237817 h 335964"/>
              <a:gd name="connsiteX5" fmla="*/ 9669650 w 9683261"/>
              <a:gd name="connsiteY5" fmla="*/ 200069 h 335964"/>
              <a:gd name="connsiteX6" fmla="*/ 9683261 w 9683261"/>
              <a:gd name="connsiteY6" fmla="*/ 212909 h 335964"/>
              <a:gd name="connsiteX7" fmla="*/ 9669650 w 9683261"/>
              <a:gd name="connsiteY7" fmla="*/ 225749 h 335964"/>
              <a:gd name="connsiteX8" fmla="*/ 9656038 w 9683261"/>
              <a:gd name="connsiteY8" fmla="*/ 212909 h 335964"/>
              <a:gd name="connsiteX9" fmla="*/ 9669650 w 9683261"/>
              <a:gd name="connsiteY9" fmla="*/ 200069 h 335964"/>
              <a:gd name="connsiteX10" fmla="*/ 9609373 w 9683261"/>
              <a:gd name="connsiteY10" fmla="*/ 143445 h 335964"/>
              <a:gd name="connsiteX11" fmla="*/ 9632706 w 9683261"/>
              <a:gd name="connsiteY11" fmla="*/ 166987 h 335964"/>
              <a:gd name="connsiteX12" fmla="*/ 9609373 w 9683261"/>
              <a:gd name="connsiteY12" fmla="*/ 190527 h 335964"/>
              <a:gd name="connsiteX13" fmla="*/ 9586041 w 9683261"/>
              <a:gd name="connsiteY13" fmla="*/ 166987 h 335964"/>
              <a:gd name="connsiteX14" fmla="*/ 9609373 w 9683261"/>
              <a:gd name="connsiteY14" fmla="*/ 143445 h 335964"/>
              <a:gd name="connsiteX15" fmla="*/ 9669650 w 9683261"/>
              <a:gd name="connsiteY15" fmla="*/ 101921 h 335964"/>
              <a:gd name="connsiteX16" fmla="*/ 9683261 w 9683261"/>
              <a:gd name="connsiteY16" fmla="*/ 114762 h 335964"/>
              <a:gd name="connsiteX17" fmla="*/ 9669650 w 9683261"/>
              <a:gd name="connsiteY17" fmla="*/ 127602 h 335964"/>
              <a:gd name="connsiteX18" fmla="*/ 9656038 w 9683261"/>
              <a:gd name="connsiteY18" fmla="*/ 114762 h 335964"/>
              <a:gd name="connsiteX19" fmla="*/ 9669650 w 9683261"/>
              <a:gd name="connsiteY19" fmla="*/ 101921 h 335964"/>
              <a:gd name="connsiteX20" fmla="*/ 9609373 w 9683261"/>
              <a:gd name="connsiteY20" fmla="*/ 50961 h 335964"/>
              <a:gd name="connsiteX21" fmla="*/ 9632706 w 9683261"/>
              <a:gd name="connsiteY21" fmla="*/ 74501 h 335964"/>
              <a:gd name="connsiteX22" fmla="*/ 9609373 w 9683261"/>
              <a:gd name="connsiteY22" fmla="*/ 98043 h 335964"/>
              <a:gd name="connsiteX23" fmla="*/ 9586041 w 9683261"/>
              <a:gd name="connsiteY23" fmla="*/ 74501 h 335964"/>
              <a:gd name="connsiteX24" fmla="*/ 9609373 w 9683261"/>
              <a:gd name="connsiteY24" fmla="*/ 50961 h 335964"/>
              <a:gd name="connsiteX25" fmla="*/ 0 w 9683261"/>
              <a:gd name="connsiteY25" fmla="*/ 0 h 335964"/>
              <a:gd name="connsiteX26" fmla="*/ 739665 w 9683261"/>
              <a:gd name="connsiteY26" fmla="*/ 0 h 335964"/>
              <a:gd name="connsiteX27" fmla="*/ 9540864 w 9683261"/>
              <a:gd name="connsiteY27" fmla="*/ 0 h 335964"/>
              <a:gd name="connsiteX28" fmla="*/ 9568541 w 9683261"/>
              <a:gd name="connsiteY28" fmla="*/ 27997 h 335964"/>
              <a:gd name="connsiteX29" fmla="*/ 9540864 w 9683261"/>
              <a:gd name="connsiteY29" fmla="*/ 55995 h 335964"/>
              <a:gd name="connsiteX30" fmla="*/ 9522411 w 9683261"/>
              <a:gd name="connsiteY30" fmla="*/ 74659 h 335964"/>
              <a:gd name="connsiteX31" fmla="*/ 9540864 w 9683261"/>
              <a:gd name="connsiteY31" fmla="*/ 97990 h 335964"/>
              <a:gd name="connsiteX32" fmla="*/ 9568541 w 9683261"/>
              <a:gd name="connsiteY32" fmla="*/ 121320 h 335964"/>
              <a:gd name="connsiteX33" fmla="*/ 9545478 w 9683261"/>
              <a:gd name="connsiteY33" fmla="*/ 149317 h 335964"/>
              <a:gd name="connsiteX34" fmla="*/ 9540864 w 9683261"/>
              <a:gd name="connsiteY34" fmla="*/ 149317 h 335964"/>
              <a:gd name="connsiteX35" fmla="*/ 9522411 w 9683261"/>
              <a:gd name="connsiteY35" fmla="*/ 167982 h 335964"/>
              <a:gd name="connsiteX36" fmla="*/ 9540864 w 9683261"/>
              <a:gd name="connsiteY36" fmla="*/ 191313 h 335964"/>
              <a:gd name="connsiteX37" fmla="*/ 9568541 w 9683261"/>
              <a:gd name="connsiteY37" fmla="*/ 214644 h 335964"/>
              <a:gd name="connsiteX38" fmla="*/ 9540864 w 9683261"/>
              <a:gd name="connsiteY38" fmla="*/ 242641 h 335964"/>
              <a:gd name="connsiteX39" fmla="*/ 9522411 w 9683261"/>
              <a:gd name="connsiteY39" fmla="*/ 265971 h 335964"/>
              <a:gd name="connsiteX40" fmla="*/ 9540864 w 9683261"/>
              <a:gd name="connsiteY40" fmla="*/ 284636 h 335964"/>
              <a:gd name="connsiteX41" fmla="*/ 9568541 w 9683261"/>
              <a:gd name="connsiteY41" fmla="*/ 312633 h 335964"/>
              <a:gd name="connsiteX42" fmla="*/ 9540864 w 9683261"/>
              <a:gd name="connsiteY42" fmla="*/ 335964 h 335964"/>
              <a:gd name="connsiteX43" fmla="*/ 845227 w 9683261"/>
              <a:gd name="connsiteY43" fmla="*/ 335964 h 335964"/>
              <a:gd name="connsiteX44" fmla="*/ 0 w 9683261"/>
              <a:gd name="connsiteY44" fmla="*/ 335964 h 3359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Lst>
            <a:rect l="l" t="t" r="r" b="b"/>
            <a:pathLst>
              <a:path w="9683261" h="335964">
                <a:moveTo>
                  <a:pt x="9609373" y="237817"/>
                </a:moveTo>
                <a:cubicBezTo>
                  <a:pt x="9622259" y="237817"/>
                  <a:pt x="9632706" y="248357"/>
                  <a:pt x="9632706" y="261358"/>
                </a:cubicBezTo>
                <a:cubicBezTo>
                  <a:pt x="9632706" y="274359"/>
                  <a:pt x="9622259" y="284899"/>
                  <a:pt x="9609373" y="284899"/>
                </a:cubicBezTo>
                <a:cubicBezTo>
                  <a:pt x="9596486" y="284899"/>
                  <a:pt x="9586041" y="274359"/>
                  <a:pt x="9586041" y="261358"/>
                </a:cubicBezTo>
                <a:cubicBezTo>
                  <a:pt x="9586041" y="248357"/>
                  <a:pt x="9596486" y="237817"/>
                  <a:pt x="9609373" y="237817"/>
                </a:cubicBezTo>
                <a:close/>
                <a:moveTo>
                  <a:pt x="9669650" y="200069"/>
                </a:moveTo>
                <a:cubicBezTo>
                  <a:pt x="9677168" y="200069"/>
                  <a:pt x="9683261" y="205817"/>
                  <a:pt x="9683261" y="212909"/>
                </a:cubicBezTo>
                <a:cubicBezTo>
                  <a:pt x="9683261" y="220001"/>
                  <a:pt x="9677168" y="225749"/>
                  <a:pt x="9669650" y="225749"/>
                </a:cubicBezTo>
                <a:cubicBezTo>
                  <a:pt x="9662132" y="225749"/>
                  <a:pt x="9656038" y="220001"/>
                  <a:pt x="9656038" y="212909"/>
                </a:cubicBezTo>
                <a:cubicBezTo>
                  <a:pt x="9656038" y="205817"/>
                  <a:pt x="9662132" y="200069"/>
                  <a:pt x="9669650" y="200069"/>
                </a:cubicBezTo>
                <a:close/>
                <a:moveTo>
                  <a:pt x="9609373" y="143445"/>
                </a:moveTo>
                <a:cubicBezTo>
                  <a:pt x="9622259" y="143445"/>
                  <a:pt x="9632706" y="153985"/>
                  <a:pt x="9632706" y="166987"/>
                </a:cubicBezTo>
                <a:cubicBezTo>
                  <a:pt x="9632706" y="179987"/>
                  <a:pt x="9622259" y="190527"/>
                  <a:pt x="9609373" y="190527"/>
                </a:cubicBezTo>
                <a:cubicBezTo>
                  <a:pt x="9596486" y="190527"/>
                  <a:pt x="9586041" y="179987"/>
                  <a:pt x="9586041" y="166987"/>
                </a:cubicBezTo>
                <a:cubicBezTo>
                  <a:pt x="9586041" y="153985"/>
                  <a:pt x="9596486" y="143445"/>
                  <a:pt x="9609373" y="143445"/>
                </a:cubicBezTo>
                <a:close/>
                <a:moveTo>
                  <a:pt x="9669650" y="101921"/>
                </a:moveTo>
                <a:cubicBezTo>
                  <a:pt x="9677168" y="101921"/>
                  <a:pt x="9683261" y="107670"/>
                  <a:pt x="9683261" y="114762"/>
                </a:cubicBezTo>
                <a:cubicBezTo>
                  <a:pt x="9683261" y="121855"/>
                  <a:pt x="9677168" y="127602"/>
                  <a:pt x="9669650" y="127602"/>
                </a:cubicBezTo>
                <a:cubicBezTo>
                  <a:pt x="9662132" y="127602"/>
                  <a:pt x="9656038" y="121855"/>
                  <a:pt x="9656038" y="114762"/>
                </a:cubicBezTo>
                <a:cubicBezTo>
                  <a:pt x="9656038" y="107670"/>
                  <a:pt x="9662132" y="101921"/>
                  <a:pt x="9669650" y="101921"/>
                </a:cubicBezTo>
                <a:close/>
                <a:moveTo>
                  <a:pt x="9609373" y="50961"/>
                </a:moveTo>
                <a:cubicBezTo>
                  <a:pt x="9622259" y="50961"/>
                  <a:pt x="9632706" y="61501"/>
                  <a:pt x="9632706" y="74501"/>
                </a:cubicBezTo>
                <a:cubicBezTo>
                  <a:pt x="9632706" y="87503"/>
                  <a:pt x="9622259" y="98043"/>
                  <a:pt x="9609373" y="98043"/>
                </a:cubicBezTo>
                <a:cubicBezTo>
                  <a:pt x="9596486" y="98043"/>
                  <a:pt x="9586041" y="87503"/>
                  <a:pt x="9586041" y="74501"/>
                </a:cubicBezTo>
                <a:cubicBezTo>
                  <a:pt x="9586041" y="61501"/>
                  <a:pt x="9596486" y="50961"/>
                  <a:pt x="9609373" y="50961"/>
                </a:cubicBezTo>
                <a:close/>
                <a:moveTo>
                  <a:pt x="0" y="0"/>
                </a:moveTo>
                <a:lnTo>
                  <a:pt x="739665" y="0"/>
                </a:lnTo>
                <a:cubicBezTo>
                  <a:pt x="2800514" y="0"/>
                  <a:pt x="5636951" y="0"/>
                  <a:pt x="9540864" y="0"/>
                </a:cubicBezTo>
                <a:cubicBezTo>
                  <a:pt x="9559315" y="0"/>
                  <a:pt x="9568541" y="13999"/>
                  <a:pt x="9568541" y="27997"/>
                </a:cubicBezTo>
                <a:cubicBezTo>
                  <a:pt x="9568541" y="41996"/>
                  <a:pt x="9559315" y="55995"/>
                  <a:pt x="9540864" y="55995"/>
                </a:cubicBezTo>
                <a:cubicBezTo>
                  <a:pt x="9531638" y="55995"/>
                  <a:pt x="9522411" y="65327"/>
                  <a:pt x="9522411" y="74659"/>
                </a:cubicBezTo>
                <a:cubicBezTo>
                  <a:pt x="9522411" y="83992"/>
                  <a:pt x="9531638" y="93323"/>
                  <a:pt x="9540864" y="97990"/>
                </a:cubicBezTo>
                <a:cubicBezTo>
                  <a:pt x="9559315" y="97990"/>
                  <a:pt x="9568541" y="107321"/>
                  <a:pt x="9568541" y="121320"/>
                </a:cubicBezTo>
                <a:cubicBezTo>
                  <a:pt x="9568541" y="135319"/>
                  <a:pt x="9559315" y="149317"/>
                  <a:pt x="9545478" y="149317"/>
                </a:cubicBezTo>
                <a:cubicBezTo>
                  <a:pt x="9545478" y="149317"/>
                  <a:pt x="9545478" y="149317"/>
                  <a:pt x="9540864" y="149317"/>
                </a:cubicBezTo>
                <a:cubicBezTo>
                  <a:pt x="9531638" y="149317"/>
                  <a:pt x="9522411" y="158650"/>
                  <a:pt x="9522411" y="167982"/>
                </a:cubicBezTo>
                <a:cubicBezTo>
                  <a:pt x="9522411" y="181981"/>
                  <a:pt x="9531638" y="191313"/>
                  <a:pt x="9540864" y="191313"/>
                </a:cubicBezTo>
                <a:cubicBezTo>
                  <a:pt x="9559315" y="191313"/>
                  <a:pt x="9568541" y="200645"/>
                  <a:pt x="9568541" y="214644"/>
                </a:cubicBezTo>
                <a:cubicBezTo>
                  <a:pt x="9568541" y="233309"/>
                  <a:pt x="9559315" y="242641"/>
                  <a:pt x="9540864" y="242641"/>
                </a:cubicBezTo>
                <a:cubicBezTo>
                  <a:pt x="9531638" y="242641"/>
                  <a:pt x="9522411" y="251972"/>
                  <a:pt x="9522411" y="265971"/>
                </a:cubicBezTo>
                <a:cubicBezTo>
                  <a:pt x="9522411" y="275305"/>
                  <a:pt x="9531638" y="284636"/>
                  <a:pt x="9540864" y="284636"/>
                </a:cubicBezTo>
                <a:cubicBezTo>
                  <a:pt x="9559315" y="284636"/>
                  <a:pt x="9568541" y="298634"/>
                  <a:pt x="9568541" y="312633"/>
                </a:cubicBezTo>
                <a:cubicBezTo>
                  <a:pt x="9568541" y="326632"/>
                  <a:pt x="9559315" y="335964"/>
                  <a:pt x="9540864" y="335964"/>
                </a:cubicBezTo>
                <a:cubicBezTo>
                  <a:pt x="9540864" y="335964"/>
                  <a:pt x="9540864" y="335964"/>
                  <a:pt x="845227" y="335964"/>
                </a:cubicBezTo>
                <a:lnTo>
                  <a:pt x="0" y="335964"/>
                </a:lnTo>
                <a:close/>
              </a:path>
            </a:pathLst>
          </a:custGeom>
          <a:solidFill>
            <a:schemeClr val="tx2"/>
          </a:solidFill>
          <a:ln w="3175">
            <a:noFill/>
          </a:ln>
        </p:spPr>
        <p:txBody>
          <a:bodyPr wrap="square" lIns="630000" tIns="0" rIns="360000" bIns="0" anchor="ctr">
            <a:noAutofit/>
          </a:bodyPr>
          <a:lstStyle>
            <a:lvl1pPr marL="0" indent="0">
              <a:lnSpc>
                <a:spcPct val="100000"/>
              </a:lnSpc>
              <a:buNone/>
              <a:defRPr sz="1500" b="1" cap="all" baseline="0">
                <a:solidFill>
                  <a:schemeClr val="bg1"/>
                </a:solidFill>
                <a:latin typeface="+mn-lt"/>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noProof="0"/>
              <a:t>Click to edit master text styles</a:t>
            </a:r>
          </a:p>
        </p:txBody>
      </p:sp>
      <p:sp>
        <p:nvSpPr>
          <p:cNvPr id="4" name="Espace réservé de la date 3">
            <a:extLst>
              <a:ext uri="{FF2B5EF4-FFF2-40B4-BE49-F238E27FC236}">
                <a16:creationId xmlns:a16="http://schemas.microsoft.com/office/drawing/2014/main" id="{0023D345-337F-488B-8D03-DF3DDDA5DDF5}"/>
              </a:ext>
            </a:extLst>
          </p:cNvPr>
          <p:cNvSpPr>
            <a:spLocks noGrp="1"/>
          </p:cNvSpPr>
          <p:nvPr>
            <p:ph type="dt" sz="half" idx="15"/>
          </p:nvPr>
        </p:nvSpPr>
        <p:spPr/>
        <p:txBody>
          <a:bodyPr/>
          <a:lstStyle/>
          <a:p>
            <a:r>
              <a:rPr lang="en-US" noProof="0"/>
              <a:t>LYYYY/MM/DD</a:t>
            </a:r>
            <a:endParaRPr lang="en-US" b="0" noProof="0"/>
          </a:p>
        </p:txBody>
      </p:sp>
      <p:sp>
        <p:nvSpPr>
          <p:cNvPr id="7" name="Espace réservé du pied de page 6">
            <a:extLst>
              <a:ext uri="{FF2B5EF4-FFF2-40B4-BE49-F238E27FC236}">
                <a16:creationId xmlns:a16="http://schemas.microsoft.com/office/drawing/2014/main" id="{509EADAA-0C96-4D73-B394-C1A53CEA1029}"/>
              </a:ext>
            </a:extLst>
          </p:cNvPr>
          <p:cNvSpPr>
            <a:spLocks noGrp="1"/>
          </p:cNvSpPr>
          <p:nvPr>
            <p:ph type="ftr" sz="quarter" idx="16"/>
          </p:nvPr>
        </p:nvSpPr>
        <p:spPr/>
        <p:txBody>
          <a:bodyPr/>
          <a:lstStyle/>
          <a:p>
            <a:r>
              <a:rPr lang="en-US" noProof="0"/>
              <a:t>Communication Department</a:t>
            </a:r>
            <a:endParaRPr lang="en-US" b="0" noProof="0"/>
          </a:p>
        </p:txBody>
      </p:sp>
      <p:sp>
        <p:nvSpPr>
          <p:cNvPr id="8" name="Espace réservé du numéro de diapositive 7">
            <a:extLst>
              <a:ext uri="{FF2B5EF4-FFF2-40B4-BE49-F238E27FC236}">
                <a16:creationId xmlns:a16="http://schemas.microsoft.com/office/drawing/2014/main" id="{257223AC-9555-4A04-BCAD-D73603C5E654}"/>
              </a:ext>
            </a:extLst>
          </p:cNvPr>
          <p:cNvSpPr>
            <a:spLocks noGrp="1"/>
          </p:cNvSpPr>
          <p:nvPr>
            <p:ph type="sldNum" sz="quarter" idx="17"/>
          </p:nvPr>
        </p:nvSpPr>
        <p:spPr/>
        <p:txBody>
          <a:bodyPr/>
          <a:lstStyle/>
          <a:p>
            <a:fld id="{975A587B-5814-4D9B-9598-FE9CB954CB01}" type="slidenum">
              <a:rPr lang="en-US" noProof="0" smtClean="0"/>
              <a:pPr/>
              <a:t>‹#›</a:t>
            </a:fld>
            <a:endParaRPr lang="en-US" b="0" noProof="0"/>
          </a:p>
        </p:txBody>
      </p:sp>
      <p:sp>
        <p:nvSpPr>
          <p:cNvPr id="10" name="Titre 9">
            <a:extLst>
              <a:ext uri="{FF2B5EF4-FFF2-40B4-BE49-F238E27FC236}">
                <a16:creationId xmlns:a16="http://schemas.microsoft.com/office/drawing/2014/main" id="{E51F8B3E-14FB-4855-BA2B-DAC0E96F2123}"/>
              </a:ext>
            </a:extLst>
          </p:cNvPr>
          <p:cNvSpPr>
            <a:spLocks noGrp="1"/>
          </p:cNvSpPr>
          <p:nvPr>
            <p:ph type="title" hasCustomPrompt="1"/>
          </p:nvPr>
        </p:nvSpPr>
        <p:spPr>
          <a:xfrm>
            <a:off x="536400" y="1635098"/>
            <a:ext cx="5328000" cy="1224000"/>
          </a:xfrm>
        </p:spPr>
        <p:txBody>
          <a:bodyPr/>
          <a:lstStyle/>
          <a:p>
            <a:r>
              <a:rPr lang="en-US" noProof="0"/>
              <a:t>Click to edit Master title style</a:t>
            </a:r>
          </a:p>
        </p:txBody>
      </p:sp>
      <p:sp>
        <p:nvSpPr>
          <p:cNvPr id="12" name="Espace réservé pour une image  33">
            <a:extLst>
              <a:ext uri="{FF2B5EF4-FFF2-40B4-BE49-F238E27FC236}">
                <a16:creationId xmlns:a16="http://schemas.microsoft.com/office/drawing/2014/main" id="{895E04EA-65C6-4AA2-8F1E-9A4E11C6614A}"/>
              </a:ext>
            </a:extLst>
          </p:cNvPr>
          <p:cNvSpPr>
            <a:spLocks noGrp="1"/>
          </p:cNvSpPr>
          <p:nvPr>
            <p:ph type="pic" idx="14" hasCustomPrompt="1"/>
          </p:nvPr>
        </p:nvSpPr>
        <p:spPr>
          <a:xfrm>
            <a:off x="6096000" y="1128410"/>
            <a:ext cx="5499370" cy="5039202"/>
          </a:xfrm>
          <a:prstGeom prst="rect">
            <a:avLst/>
          </a:prstGeom>
          <a:noFill/>
          <a:ln w="3175">
            <a:noFill/>
          </a:ln>
        </p:spPr>
        <p:txBody>
          <a:bodyPr wrap="square" anchor="ctr">
            <a:noAutofit/>
          </a:bodyPr>
          <a:lstStyle>
            <a:lvl1pPr marL="0" indent="0" algn="ctr">
              <a:buNone/>
              <a:defRPr sz="1200" b="0" cap="none" baseline="0">
                <a:solidFill>
                  <a:schemeClr val="tx2"/>
                </a:solidFill>
              </a:defRPr>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US" noProof="0"/>
              <a:t>Photo</a:t>
            </a:r>
          </a:p>
        </p:txBody>
      </p:sp>
    </p:spTree>
    <p:extLst>
      <p:ext uri="{BB962C8B-B14F-4D97-AF65-F5344CB8AC3E}">
        <p14:creationId xmlns:p14="http://schemas.microsoft.com/office/powerpoint/2010/main" val="425387451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ext white with a photo">
    <p:spTree>
      <p:nvGrpSpPr>
        <p:cNvPr id="1" name=""/>
        <p:cNvGrpSpPr/>
        <p:nvPr/>
      </p:nvGrpSpPr>
      <p:grpSpPr>
        <a:xfrm>
          <a:off x="0" y="0"/>
          <a:ext cx="0" cy="0"/>
          <a:chOff x="0" y="0"/>
          <a:chExt cx="0" cy="0"/>
        </a:xfrm>
      </p:grpSpPr>
      <p:sp>
        <p:nvSpPr>
          <p:cNvPr id="17" name="Espace réservé du texte 16">
            <a:extLst>
              <a:ext uri="{FF2B5EF4-FFF2-40B4-BE49-F238E27FC236}">
                <a16:creationId xmlns:a16="http://schemas.microsoft.com/office/drawing/2014/main" id="{38D92F9C-9CF1-426A-9EA7-935D5427C4DA}"/>
              </a:ext>
            </a:extLst>
          </p:cNvPr>
          <p:cNvSpPr>
            <a:spLocks noGrp="1"/>
          </p:cNvSpPr>
          <p:nvPr>
            <p:ph type="body" idx="1" hasCustomPrompt="1"/>
          </p:nvPr>
        </p:nvSpPr>
        <p:spPr>
          <a:xfrm>
            <a:off x="1" y="449849"/>
            <a:ext cx="9683261" cy="335964"/>
          </a:xfrm>
          <a:custGeom>
            <a:avLst/>
            <a:gdLst>
              <a:gd name="connsiteX0" fmla="*/ 9609373 w 9683261"/>
              <a:gd name="connsiteY0" fmla="*/ 237817 h 335964"/>
              <a:gd name="connsiteX1" fmla="*/ 9632706 w 9683261"/>
              <a:gd name="connsiteY1" fmla="*/ 261358 h 335964"/>
              <a:gd name="connsiteX2" fmla="*/ 9609373 w 9683261"/>
              <a:gd name="connsiteY2" fmla="*/ 284899 h 335964"/>
              <a:gd name="connsiteX3" fmla="*/ 9586041 w 9683261"/>
              <a:gd name="connsiteY3" fmla="*/ 261358 h 335964"/>
              <a:gd name="connsiteX4" fmla="*/ 9609373 w 9683261"/>
              <a:gd name="connsiteY4" fmla="*/ 237817 h 335964"/>
              <a:gd name="connsiteX5" fmla="*/ 9669650 w 9683261"/>
              <a:gd name="connsiteY5" fmla="*/ 200069 h 335964"/>
              <a:gd name="connsiteX6" fmla="*/ 9683261 w 9683261"/>
              <a:gd name="connsiteY6" fmla="*/ 212909 h 335964"/>
              <a:gd name="connsiteX7" fmla="*/ 9669650 w 9683261"/>
              <a:gd name="connsiteY7" fmla="*/ 225749 h 335964"/>
              <a:gd name="connsiteX8" fmla="*/ 9656038 w 9683261"/>
              <a:gd name="connsiteY8" fmla="*/ 212909 h 335964"/>
              <a:gd name="connsiteX9" fmla="*/ 9669650 w 9683261"/>
              <a:gd name="connsiteY9" fmla="*/ 200069 h 335964"/>
              <a:gd name="connsiteX10" fmla="*/ 9609373 w 9683261"/>
              <a:gd name="connsiteY10" fmla="*/ 143445 h 335964"/>
              <a:gd name="connsiteX11" fmla="*/ 9632706 w 9683261"/>
              <a:gd name="connsiteY11" fmla="*/ 166987 h 335964"/>
              <a:gd name="connsiteX12" fmla="*/ 9609373 w 9683261"/>
              <a:gd name="connsiteY12" fmla="*/ 190527 h 335964"/>
              <a:gd name="connsiteX13" fmla="*/ 9586041 w 9683261"/>
              <a:gd name="connsiteY13" fmla="*/ 166987 h 335964"/>
              <a:gd name="connsiteX14" fmla="*/ 9609373 w 9683261"/>
              <a:gd name="connsiteY14" fmla="*/ 143445 h 335964"/>
              <a:gd name="connsiteX15" fmla="*/ 9669650 w 9683261"/>
              <a:gd name="connsiteY15" fmla="*/ 101921 h 335964"/>
              <a:gd name="connsiteX16" fmla="*/ 9683261 w 9683261"/>
              <a:gd name="connsiteY16" fmla="*/ 114762 h 335964"/>
              <a:gd name="connsiteX17" fmla="*/ 9669650 w 9683261"/>
              <a:gd name="connsiteY17" fmla="*/ 127602 h 335964"/>
              <a:gd name="connsiteX18" fmla="*/ 9656038 w 9683261"/>
              <a:gd name="connsiteY18" fmla="*/ 114762 h 335964"/>
              <a:gd name="connsiteX19" fmla="*/ 9669650 w 9683261"/>
              <a:gd name="connsiteY19" fmla="*/ 101921 h 335964"/>
              <a:gd name="connsiteX20" fmla="*/ 9609373 w 9683261"/>
              <a:gd name="connsiteY20" fmla="*/ 50961 h 335964"/>
              <a:gd name="connsiteX21" fmla="*/ 9632706 w 9683261"/>
              <a:gd name="connsiteY21" fmla="*/ 74501 h 335964"/>
              <a:gd name="connsiteX22" fmla="*/ 9609373 w 9683261"/>
              <a:gd name="connsiteY22" fmla="*/ 98043 h 335964"/>
              <a:gd name="connsiteX23" fmla="*/ 9586041 w 9683261"/>
              <a:gd name="connsiteY23" fmla="*/ 74501 h 335964"/>
              <a:gd name="connsiteX24" fmla="*/ 9609373 w 9683261"/>
              <a:gd name="connsiteY24" fmla="*/ 50961 h 335964"/>
              <a:gd name="connsiteX25" fmla="*/ 0 w 9683261"/>
              <a:gd name="connsiteY25" fmla="*/ 0 h 335964"/>
              <a:gd name="connsiteX26" fmla="*/ 739665 w 9683261"/>
              <a:gd name="connsiteY26" fmla="*/ 0 h 335964"/>
              <a:gd name="connsiteX27" fmla="*/ 9540864 w 9683261"/>
              <a:gd name="connsiteY27" fmla="*/ 0 h 335964"/>
              <a:gd name="connsiteX28" fmla="*/ 9568541 w 9683261"/>
              <a:gd name="connsiteY28" fmla="*/ 27997 h 335964"/>
              <a:gd name="connsiteX29" fmla="*/ 9540864 w 9683261"/>
              <a:gd name="connsiteY29" fmla="*/ 55995 h 335964"/>
              <a:gd name="connsiteX30" fmla="*/ 9522411 w 9683261"/>
              <a:gd name="connsiteY30" fmla="*/ 74659 h 335964"/>
              <a:gd name="connsiteX31" fmla="*/ 9540864 w 9683261"/>
              <a:gd name="connsiteY31" fmla="*/ 97990 h 335964"/>
              <a:gd name="connsiteX32" fmla="*/ 9568541 w 9683261"/>
              <a:gd name="connsiteY32" fmla="*/ 121320 h 335964"/>
              <a:gd name="connsiteX33" fmla="*/ 9545478 w 9683261"/>
              <a:gd name="connsiteY33" fmla="*/ 149317 h 335964"/>
              <a:gd name="connsiteX34" fmla="*/ 9540864 w 9683261"/>
              <a:gd name="connsiteY34" fmla="*/ 149317 h 335964"/>
              <a:gd name="connsiteX35" fmla="*/ 9522411 w 9683261"/>
              <a:gd name="connsiteY35" fmla="*/ 167982 h 335964"/>
              <a:gd name="connsiteX36" fmla="*/ 9540864 w 9683261"/>
              <a:gd name="connsiteY36" fmla="*/ 191313 h 335964"/>
              <a:gd name="connsiteX37" fmla="*/ 9568541 w 9683261"/>
              <a:gd name="connsiteY37" fmla="*/ 214644 h 335964"/>
              <a:gd name="connsiteX38" fmla="*/ 9540864 w 9683261"/>
              <a:gd name="connsiteY38" fmla="*/ 242641 h 335964"/>
              <a:gd name="connsiteX39" fmla="*/ 9522411 w 9683261"/>
              <a:gd name="connsiteY39" fmla="*/ 265971 h 335964"/>
              <a:gd name="connsiteX40" fmla="*/ 9540864 w 9683261"/>
              <a:gd name="connsiteY40" fmla="*/ 284636 h 335964"/>
              <a:gd name="connsiteX41" fmla="*/ 9568541 w 9683261"/>
              <a:gd name="connsiteY41" fmla="*/ 312633 h 335964"/>
              <a:gd name="connsiteX42" fmla="*/ 9540864 w 9683261"/>
              <a:gd name="connsiteY42" fmla="*/ 335964 h 335964"/>
              <a:gd name="connsiteX43" fmla="*/ 845227 w 9683261"/>
              <a:gd name="connsiteY43" fmla="*/ 335964 h 335964"/>
              <a:gd name="connsiteX44" fmla="*/ 0 w 9683261"/>
              <a:gd name="connsiteY44" fmla="*/ 335964 h 3359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Lst>
            <a:rect l="l" t="t" r="r" b="b"/>
            <a:pathLst>
              <a:path w="9683261" h="335964">
                <a:moveTo>
                  <a:pt x="9609373" y="237817"/>
                </a:moveTo>
                <a:cubicBezTo>
                  <a:pt x="9622259" y="237817"/>
                  <a:pt x="9632706" y="248357"/>
                  <a:pt x="9632706" y="261358"/>
                </a:cubicBezTo>
                <a:cubicBezTo>
                  <a:pt x="9632706" y="274359"/>
                  <a:pt x="9622259" y="284899"/>
                  <a:pt x="9609373" y="284899"/>
                </a:cubicBezTo>
                <a:cubicBezTo>
                  <a:pt x="9596486" y="284899"/>
                  <a:pt x="9586041" y="274359"/>
                  <a:pt x="9586041" y="261358"/>
                </a:cubicBezTo>
                <a:cubicBezTo>
                  <a:pt x="9586041" y="248357"/>
                  <a:pt x="9596486" y="237817"/>
                  <a:pt x="9609373" y="237817"/>
                </a:cubicBezTo>
                <a:close/>
                <a:moveTo>
                  <a:pt x="9669650" y="200069"/>
                </a:moveTo>
                <a:cubicBezTo>
                  <a:pt x="9677168" y="200069"/>
                  <a:pt x="9683261" y="205817"/>
                  <a:pt x="9683261" y="212909"/>
                </a:cubicBezTo>
                <a:cubicBezTo>
                  <a:pt x="9683261" y="220001"/>
                  <a:pt x="9677168" y="225749"/>
                  <a:pt x="9669650" y="225749"/>
                </a:cubicBezTo>
                <a:cubicBezTo>
                  <a:pt x="9662132" y="225749"/>
                  <a:pt x="9656038" y="220001"/>
                  <a:pt x="9656038" y="212909"/>
                </a:cubicBezTo>
                <a:cubicBezTo>
                  <a:pt x="9656038" y="205817"/>
                  <a:pt x="9662132" y="200069"/>
                  <a:pt x="9669650" y="200069"/>
                </a:cubicBezTo>
                <a:close/>
                <a:moveTo>
                  <a:pt x="9609373" y="143445"/>
                </a:moveTo>
                <a:cubicBezTo>
                  <a:pt x="9622259" y="143445"/>
                  <a:pt x="9632706" y="153985"/>
                  <a:pt x="9632706" y="166987"/>
                </a:cubicBezTo>
                <a:cubicBezTo>
                  <a:pt x="9632706" y="179987"/>
                  <a:pt x="9622259" y="190527"/>
                  <a:pt x="9609373" y="190527"/>
                </a:cubicBezTo>
                <a:cubicBezTo>
                  <a:pt x="9596486" y="190527"/>
                  <a:pt x="9586041" y="179987"/>
                  <a:pt x="9586041" y="166987"/>
                </a:cubicBezTo>
                <a:cubicBezTo>
                  <a:pt x="9586041" y="153985"/>
                  <a:pt x="9596486" y="143445"/>
                  <a:pt x="9609373" y="143445"/>
                </a:cubicBezTo>
                <a:close/>
                <a:moveTo>
                  <a:pt x="9669650" y="101921"/>
                </a:moveTo>
                <a:cubicBezTo>
                  <a:pt x="9677168" y="101921"/>
                  <a:pt x="9683261" y="107670"/>
                  <a:pt x="9683261" y="114762"/>
                </a:cubicBezTo>
                <a:cubicBezTo>
                  <a:pt x="9683261" y="121855"/>
                  <a:pt x="9677168" y="127602"/>
                  <a:pt x="9669650" y="127602"/>
                </a:cubicBezTo>
                <a:cubicBezTo>
                  <a:pt x="9662132" y="127602"/>
                  <a:pt x="9656038" y="121855"/>
                  <a:pt x="9656038" y="114762"/>
                </a:cubicBezTo>
                <a:cubicBezTo>
                  <a:pt x="9656038" y="107670"/>
                  <a:pt x="9662132" y="101921"/>
                  <a:pt x="9669650" y="101921"/>
                </a:cubicBezTo>
                <a:close/>
                <a:moveTo>
                  <a:pt x="9609373" y="50961"/>
                </a:moveTo>
                <a:cubicBezTo>
                  <a:pt x="9622259" y="50961"/>
                  <a:pt x="9632706" y="61501"/>
                  <a:pt x="9632706" y="74501"/>
                </a:cubicBezTo>
                <a:cubicBezTo>
                  <a:pt x="9632706" y="87503"/>
                  <a:pt x="9622259" y="98043"/>
                  <a:pt x="9609373" y="98043"/>
                </a:cubicBezTo>
                <a:cubicBezTo>
                  <a:pt x="9596486" y="98043"/>
                  <a:pt x="9586041" y="87503"/>
                  <a:pt x="9586041" y="74501"/>
                </a:cubicBezTo>
                <a:cubicBezTo>
                  <a:pt x="9586041" y="61501"/>
                  <a:pt x="9596486" y="50961"/>
                  <a:pt x="9609373" y="50961"/>
                </a:cubicBezTo>
                <a:close/>
                <a:moveTo>
                  <a:pt x="0" y="0"/>
                </a:moveTo>
                <a:lnTo>
                  <a:pt x="739665" y="0"/>
                </a:lnTo>
                <a:cubicBezTo>
                  <a:pt x="2800514" y="0"/>
                  <a:pt x="5636951" y="0"/>
                  <a:pt x="9540864" y="0"/>
                </a:cubicBezTo>
                <a:cubicBezTo>
                  <a:pt x="9559315" y="0"/>
                  <a:pt x="9568541" y="13999"/>
                  <a:pt x="9568541" y="27997"/>
                </a:cubicBezTo>
                <a:cubicBezTo>
                  <a:pt x="9568541" y="41996"/>
                  <a:pt x="9559315" y="55995"/>
                  <a:pt x="9540864" y="55995"/>
                </a:cubicBezTo>
                <a:cubicBezTo>
                  <a:pt x="9531638" y="55995"/>
                  <a:pt x="9522411" y="65327"/>
                  <a:pt x="9522411" y="74659"/>
                </a:cubicBezTo>
                <a:cubicBezTo>
                  <a:pt x="9522411" y="83992"/>
                  <a:pt x="9531638" y="93323"/>
                  <a:pt x="9540864" y="97990"/>
                </a:cubicBezTo>
                <a:cubicBezTo>
                  <a:pt x="9559315" y="97990"/>
                  <a:pt x="9568541" y="107321"/>
                  <a:pt x="9568541" y="121320"/>
                </a:cubicBezTo>
                <a:cubicBezTo>
                  <a:pt x="9568541" y="135319"/>
                  <a:pt x="9559315" y="149317"/>
                  <a:pt x="9545478" y="149317"/>
                </a:cubicBezTo>
                <a:cubicBezTo>
                  <a:pt x="9545478" y="149317"/>
                  <a:pt x="9545478" y="149317"/>
                  <a:pt x="9540864" y="149317"/>
                </a:cubicBezTo>
                <a:cubicBezTo>
                  <a:pt x="9531638" y="149317"/>
                  <a:pt x="9522411" y="158650"/>
                  <a:pt x="9522411" y="167982"/>
                </a:cubicBezTo>
                <a:cubicBezTo>
                  <a:pt x="9522411" y="181981"/>
                  <a:pt x="9531638" y="191313"/>
                  <a:pt x="9540864" y="191313"/>
                </a:cubicBezTo>
                <a:cubicBezTo>
                  <a:pt x="9559315" y="191313"/>
                  <a:pt x="9568541" y="200645"/>
                  <a:pt x="9568541" y="214644"/>
                </a:cubicBezTo>
                <a:cubicBezTo>
                  <a:pt x="9568541" y="233309"/>
                  <a:pt x="9559315" y="242641"/>
                  <a:pt x="9540864" y="242641"/>
                </a:cubicBezTo>
                <a:cubicBezTo>
                  <a:pt x="9531638" y="242641"/>
                  <a:pt x="9522411" y="251972"/>
                  <a:pt x="9522411" y="265971"/>
                </a:cubicBezTo>
                <a:cubicBezTo>
                  <a:pt x="9522411" y="275305"/>
                  <a:pt x="9531638" y="284636"/>
                  <a:pt x="9540864" y="284636"/>
                </a:cubicBezTo>
                <a:cubicBezTo>
                  <a:pt x="9559315" y="284636"/>
                  <a:pt x="9568541" y="298634"/>
                  <a:pt x="9568541" y="312633"/>
                </a:cubicBezTo>
                <a:cubicBezTo>
                  <a:pt x="9568541" y="326632"/>
                  <a:pt x="9559315" y="335964"/>
                  <a:pt x="9540864" y="335964"/>
                </a:cubicBezTo>
                <a:cubicBezTo>
                  <a:pt x="9540864" y="335964"/>
                  <a:pt x="9540864" y="335964"/>
                  <a:pt x="845227" y="335964"/>
                </a:cubicBezTo>
                <a:lnTo>
                  <a:pt x="0" y="335964"/>
                </a:lnTo>
                <a:close/>
              </a:path>
            </a:pathLst>
          </a:custGeom>
          <a:solidFill>
            <a:schemeClr val="tx2"/>
          </a:solidFill>
          <a:ln w="3175">
            <a:noFill/>
          </a:ln>
        </p:spPr>
        <p:txBody>
          <a:bodyPr wrap="square" lIns="630000" tIns="0" rIns="360000" bIns="0" anchor="ctr">
            <a:noAutofit/>
          </a:bodyPr>
          <a:lstStyle>
            <a:lvl1pPr marL="0" indent="0">
              <a:lnSpc>
                <a:spcPct val="100000"/>
              </a:lnSpc>
              <a:buNone/>
              <a:defRPr sz="1500" b="1" cap="all" baseline="0">
                <a:solidFill>
                  <a:schemeClr val="bg1"/>
                </a:solidFill>
                <a:latin typeface="+mn-lt"/>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noProof="0"/>
              <a:t>Click to edit master text styles</a:t>
            </a:r>
          </a:p>
        </p:txBody>
      </p:sp>
      <p:sp>
        <p:nvSpPr>
          <p:cNvPr id="4" name="Espace réservé de la date 3">
            <a:extLst>
              <a:ext uri="{FF2B5EF4-FFF2-40B4-BE49-F238E27FC236}">
                <a16:creationId xmlns:a16="http://schemas.microsoft.com/office/drawing/2014/main" id="{0023D345-337F-488B-8D03-DF3DDDA5DDF5}"/>
              </a:ext>
            </a:extLst>
          </p:cNvPr>
          <p:cNvSpPr>
            <a:spLocks noGrp="1"/>
          </p:cNvSpPr>
          <p:nvPr>
            <p:ph type="dt" sz="half" idx="15"/>
          </p:nvPr>
        </p:nvSpPr>
        <p:spPr/>
        <p:txBody>
          <a:bodyPr/>
          <a:lstStyle/>
          <a:p>
            <a:r>
              <a:rPr lang="en-US" noProof="0"/>
              <a:t>LYYYY/MM/DD</a:t>
            </a:r>
            <a:endParaRPr lang="en-US" b="0" noProof="0"/>
          </a:p>
        </p:txBody>
      </p:sp>
      <p:sp>
        <p:nvSpPr>
          <p:cNvPr id="7" name="Espace réservé du pied de page 6">
            <a:extLst>
              <a:ext uri="{FF2B5EF4-FFF2-40B4-BE49-F238E27FC236}">
                <a16:creationId xmlns:a16="http://schemas.microsoft.com/office/drawing/2014/main" id="{509EADAA-0C96-4D73-B394-C1A53CEA1029}"/>
              </a:ext>
            </a:extLst>
          </p:cNvPr>
          <p:cNvSpPr>
            <a:spLocks noGrp="1"/>
          </p:cNvSpPr>
          <p:nvPr>
            <p:ph type="ftr" sz="quarter" idx="16"/>
          </p:nvPr>
        </p:nvSpPr>
        <p:spPr/>
        <p:txBody>
          <a:bodyPr/>
          <a:lstStyle/>
          <a:p>
            <a:r>
              <a:rPr lang="en-US" noProof="0"/>
              <a:t>Communication Department</a:t>
            </a:r>
            <a:endParaRPr lang="en-US" b="0" noProof="0"/>
          </a:p>
        </p:txBody>
      </p:sp>
      <p:sp>
        <p:nvSpPr>
          <p:cNvPr id="8" name="Espace réservé du numéro de diapositive 7">
            <a:extLst>
              <a:ext uri="{FF2B5EF4-FFF2-40B4-BE49-F238E27FC236}">
                <a16:creationId xmlns:a16="http://schemas.microsoft.com/office/drawing/2014/main" id="{257223AC-9555-4A04-BCAD-D73603C5E654}"/>
              </a:ext>
            </a:extLst>
          </p:cNvPr>
          <p:cNvSpPr>
            <a:spLocks noGrp="1"/>
          </p:cNvSpPr>
          <p:nvPr>
            <p:ph type="sldNum" sz="quarter" idx="17"/>
          </p:nvPr>
        </p:nvSpPr>
        <p:spPr/>
        <p:txBody>
          <a:bodyPr/>
          <a:lstStyle/>
          <a:p>
            <a:fld id="{975A587B-5814-4D9B-9598-FE9CB954CB01}" type="slidenum">
              <a:rPr lang="en-US" noProof="0" smtClean="0"/>
              <a:pPr/>
              <a:t>‹#›</a:t>
            </a:fld>
            <a:endParaRPr lang="en-US" b="0" noProof="0"/>
          </a:p>
        </p:txBody>
      </p:sp>
      <p:sp>
        <p:nvSpPr>
          <p:cNvPr id="12" name="Espace réservé pour une image  33">
            <a:extLst>
              <a:ext uri="{FF2B5EF4-FFF2-40B4-BE49-F238E27FC236}">
                <a16:creationId xmlns:a16="http://schemas.microsoft.com/office/drawing/2014/main" id="{895E04EA-65C6-4AA2-8F1E-9A4E11C6614A}"/>
              </a:ext>
            </a:extLst>
          </p:cNvPr>
          <p:cNvSpPr>
            <a:spLocks noGrp="1"/>
          </p:cNvSpPr>
          <p:nvPr>
            <p:ph type="pic" idx="14" hasCustomPrompt="1"/>
          </p:nvPr>
        </p:nvSpPr>
        <p:spPr>
          <a:xfrm>
            <a:off x="6096000" y="1128410"/>
            <a:ext cx="5499370" cy="5039202"/>
          </a:xfrm>
          <a:prstGeom prst="rect">
            <a:avLst/>
          </a:prstGeom>
          <a:noFill/>
          <a:ln w="3175">
            <a:noFill/>
          </a:ln>
        </p:spPr>
        <p:txBody>
          <a:bodyPr wrap="square" anchor="ctr">
            <a:noAutofit/>
          </a:bodyPr>
          <a:lstStyle>
            <a:lvl1pPr marL="0" indent="0" algn="ctr">
              <a:buNone/>
              <a:defRPr sz="1200" b="0" cap="none" baseline="0">
                <a:solidFill>
                  <a:schemeClr val="tx2"/>
                </a:solidFill>
              </a:defRPr>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US" noProof="0"/>
              <a:t>Photo</a:t>
            </a:r>
          </a:p>
        </p:txBody>
      </p:sp>
      <p:sp>
        <p:nvSpPr>
          <p:cNvPr id="14" name="Titre 13">
            <a:extLst>
              <a:ext uri="{FF2B5EF4-FFF2-40B4-BE49-F238E27FC236}">
                <a16:creationId xmlns:a16="http://schemas.microsoft.com/office/drawing/2014/main" id="{8038BA85-2084-4869-B223-D5D52B6CE45D}"/>
              </a:ext>
            </a:extLst>
          </p:cNvPr>
          <p:cNvSpPr>
            <a:spLocks noGrp="1"/>
          </p:cNvSpPr>
          <p:nvPr>
            <p:ph type="title" hasCustomPrompt="1"/>
          </p:nvPr>
        </p:nvSpPr>
        <p:spPr>
          <a:xfrm>
            <a:off x="643890" y="1128410"/>
            <a:ext cx="5452110" cy="5039202"/>
          </a:xfrm>
          <a:custGeom>
            <a:avLst/>
            <a:gdLst>
              <a:gd name="connsiteX0" fmla="*/ 0 w 5452110"/>
              <a:gd name="connsiteY0" fmla="*/ 0 h 5039202"/>
              <a:gd name="connsiteX1" fmla="*/ 5452110 w 5452110"/>
              <a:gd name="connsiteY1" fmla="*/ 0 h 5039202"/>
              <a:gd name="connsiteX2" fmla="*/ 5452110 w 5452110"/>
              <a:gd name="connsiteY2" fmla="*/ 5039202 h 5039202"/>
              <a:gd name="connsiteX3" fmla="*/ 0 w 5452110"/>
              <a:gd name="connsiteY3" fmla="*/ 5039202 h 5039202"/>
            </a:gdLst>
            <a:ahLst/>
            <a:cxnLst>
              <a:cxn ang="0">
                <a:pos x="connsiteX0" y="connsiteY0"/>
              </a:cxn>
              <a:cxn ang="0">
                <a:pos x="connsiteX1" y="connsiteY1"/>
              </a:cxn>
              <a:cxn ang="0">
                <a:pos x="connsiteX2" y="connsiteY2"/>
              </a:cxn>
              <a:cxn ang="0">
                <a:pos x="connsiteX3" y="connsiteY3"/>
              </a:cxn>
            </a:cxnLst>
            <a:rect l="l" t="t" r="r" b="b"/>
            <a:pathLst>
              <a:path w="5452110" h="5039202">
                <a:moveTo>
                  <a:pt x="0" y="0"/>
                </a:moveTo>
                <a:lnTo>
                  <a:pt x="5452110" y="0"/>
                </a:lnTo>
                <a:lnTo>
                  <a:pt x="5452110" y="5039202"/>
                </a:lnTo>
                <a:lnTo>
                  <a:pt x="0" y="5039202"/>
                </a:lnTo>
                <a:close/>
              </a:path>
            </a:pathLst>
          </a:custGeom>
          <a:solidFill>
            <a:schemeClr val="tx2"/>
          </a:solidFill>
        </p:spPr>
        <p:txBody>
          <a:bodyPr wrap="square" lIns="360000" tIns="540000" rIns="360000" bIns="360000">
            <a:noAutofit/>
          </a:bodyPr>
          <a:lstStyle>
            <a:lvl1pPr>
              <a:defRPr>
                <a:solidFill>
                  <a:schemeClr val="bg1"/>
                </a:solidFill>
              </a:defRPr>
            </a:lvl1pPr>
          </a:lstStyle>
          <a:p>
            <a:r>
              <a:rPr lang="en-US" noProof="0"/>
              <a:t>Click to edit Master title style</a:t>
            </a:r>
          </a:p>
        </p:txBody>
      </p:sp>
      <p:sp>
        <p:nvSpPr>
          <p:cNvPr id="11" name="Espace réservé du texte 10">
            <a:extLst>
              <a:ext uri="{FF2B5EF4-FFF2-40B4-BE49-F238E27FC236}">
                <a16:creationId xmlns:a16="http://schemas.microsoft.com/office/drawing/2014/main" id="{8C7A5F77-9A92-46CF-AF0E-296CA94F051F}"/>
              </a:ext>
            </a:extLst>
          </p:cNvPr>
          <p:cNvSpPr>
            <a:spLocks noGrp="1"/>
          </p:cNvSpPr>
          <p:nvPr>
            <p:ph type="body" sz="quarter" idx="13" hasCustomPrompt="1"/>
          </p:nvPr>
        </p:nvSpPr>
        <p:spPr>
          <a:xfrm>
            <a:off x="912536" y="2927612"/>
            <a:ext cx="4932000" cy="2880000"/>
          </a:xfrm>
        </p:spPr>
        <p:txBody>
          <a:bodyPr/>
          <a:lstStyle>
            <a:lvl1pPr>
              <a:defRPr sz="1900">
                <a:solidFill>
                  <a:schemeClr val="bg1"/>
                </a:solidFill>
              </a:defRPr>
            </a:lvl1pPr>
            <a:lvl2pPr>
              <a:defRPr sz="1900">
                <a:solidFill>
                  <a:schemeClr val="bg1"/>
                </a:solidFill>
              </a:defRPr>
            </a:lvl2pPr>
            <a:lvl3pPr>
              <a:defRPr sz="1500">
                <a:solidFill>
                  <a:schemeClr val="bg1"/>
                </a:solidFill>
              </a:defRPr>
            </a:lvl3pPr>
            <a:lvl4pPr>
              <a:defRPr sz="1300">
                <a:solidFill>
                  <a:schemeClr val="bg1"/>
                </a:solidFill>
              </a:defRPr>
            </a:lvl4pPr>
            <a:lvl5pPr>
              <a:defRPr sz="1300">
                <a:solidFill>
                  <a:schemeClr val="bg1"/>
                </a:solidFill>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3" name="Espace réservé du texte 12">
            <a:extLst>
              <a:ext uri="{FF2B5EF4-FFF2-40B4-BE49-F238E27FC236}">
                <a16:creationId xmlns:a16="http://schemas.microsoft.com/office/drawing/2014/main" id="{33CC8265-43A8-4733-994F-26FC35CA74D4}"/>
              </a:ext>
            </a:extLst>
          </p:cNvPr>
          <p:cNvSpPr>
            <a:spLocks noGrp="1"/>
          </p:cNvSpPr>
          <p:nvPr>
            <p:ph type="body" sz="quarter" idx="18" hasCustomPrompt="1"/>
          </p:nvPr>
        </p:nvSpPr>
        <p:spPr>
          <a:xfrm rot="5400000">
            <a:off x="5475816" y="3525796"/>
            <a:ext cx="1500865" cy="286749"/>
          </a:xfrm>
          <a:custGeom>
            <a:avLst/>
            <a:gdLst>
              <a:gd name="connsiteX0" fmla="*/ 21781 w 1682584"/>
              <a:gd name="connsiteY0" fmla="*/ 278191 h 321468"/>
              <a:gd name="connsiteX1" fmla="*/ 43562 w 1682584"/>
              <a:gd name="connsiteY1" fmla="*/ 299829 h 321468"/>
              <a:gd name="connsiteX2" fmla="*/ 21781 w 1682584"/>
              <a:gd name="connsiteY2" fmla="*/ 321467 h 321468"/>
              <a:gd name="connsiteX3" fmla="*/ 0 w 1682584"/>
              <a:gd name="connsiteY3" fmla="*/ 299829 h 321468"/>
              <a:gd name="connsiteX4" fmla="*/ 21781 w 1682584"/>
              <a:gd name="connsiteY4" fmla="*/ 278191 h 321468"/>
              <a:gd name="connsiteX5" fmla="*/ 1659441 w 1682584"/>
              <a:gd name="connsiteY5" fmla="*/ 274986 h 321468"/>
              <a:gd name="connsiteX6" fmla="*/ 1682584 w 1682584"/>
              <a:gd name="connsiteY6" fmla="*/ 298227 h 321468"/>
              <a:gd name="connsiteX7" fmla="*/ 1659441 w 1682584"/>
              <a:gd name="connsiteY7" fmla="*/ 321468 h 321468"/>
              <a:gd name="connsiteX8" fmla="*/ 1636298 w 1682584"/>
              <a:gd name="connsiteY8" fmla="*/ 298227 h 321468"/>
              <a:gd name="connsiteX9" fmla="*/ 1659441 w 1682584"/>
              <a:gd name="connsiteY9" fmla="*/ 274986 h 321468"/>
              <a:gd name="connsiteX10" fmla="*/ 197391 w 1682584"/>
              <a:gd name="connsiteY10" fmla="*/ 263766 h 321468"/>
              <a:gd name="connsiteX11" fmla="*/ 225979 w 1682584"/>
              <a:gd name="connsiteY11" fmla="*/ 292617 h 321468"/>
              <a:gd name="connsiteX12" fmla="*/ 197391 w 1682584"/>
              <a:gd name="connsiteY12" fmla="*/ 321468 h 321468"/>
              <a:gd name="connsiteX13" fmla="*/ 168803 w 1682584"/>
              <a:gd name="connsiteY13" fmla="*/ 292617 h 321468"/>
              <a:gd name="connsiteX14" fmla="*/ 197391 w 1682584"/>
              <a:gd name="connsiteY14" fmla="*/ 263766 h 321468"/>
              <a:gd name="connsiteX15" fmla="*/ 1453881 w 1682584"/>
              <a:gd name="connsiteY15" fmla="*/ 255752 h 321468"/>
              <a:gd name="connsiteX16" fmla="*/ 1486553 w 1682584"/>
              <a:gd name="connsiteY16" fmla="*/ 288610 h 321468"/>
              <a:gd name="connsiteX17" fmla="*/ 1453881 w 1682584"/>
              <a:gd name="connsiteY17" fmla="*/ 321468 h 321468"/>
              <a:gd name="connsiteX18" fmla="*/ 1421209 w 1682584"/>
              <a:gd name="connsiteY18" fmla="*/ 288610 h 321468"/>
              <a:gd name="connsiteX19" fmla="*/ 1453881 w 1682584"/>
              <a:gd name="connsiteY19" fmla="*/ 255752 h 321468"/>
              <a:gd name="connsiteX20" fmla="*/ 1261936 w 1682584"/>
              <a:gd name="connsiteY20" fmla="*/ 236519 h 321468"/>
              <a:gd name="connsiteX21" fmla="*/ 1304137 w 1682584"/>
              <a:gd name="connsiteY21" fmla="*/ 278993 h 321468"/>
              <a:gd name="connsiteX22" fmla="*/ 1261936 w 1682584"/>
              <a:gd name="connsiteY22" fmla="*/ 321467 h 321468"/>
              <a:gd name="connsiteX23" fmla="*/ 1219735 w 1682584"/>
              <a:gd name="connsiteY23" fmla="*/ 278993 h 321468"/>
              <a:gd name="connsiteX24" fmla="*/ 1261936 w 1682584"/>
              <a:gd name="connsiteY24" fmla="*/ 236519 h 321468"/>
              <a:gd name="connsiteX25" fmla="*/ 374361 w 1682584"/>
              <a:gd name="connsiteY25" fmla="*/ 236519 h 321468"/>
              <a:gd name="connsiteX26" fmla="*/ 416562 w 1682584"/>
              <a:gd name="connsiteY26" fmla="*/ 278993 h 321468"/>
              <a:gd name="connsiteX27" fmla="*/ 374361 w 1682584"/>
              <a:gd name="connsiteY27" fmla="*/ 321467 h 321468"/>
              <a:gd name="connsiteX28" fmla="*/ 332160 w 1682584"/>
              <a:gd name="connsiteY28" fmla="*/ 278993 h 321468"/>
              <a:gd name="connsiteX29" fmla="*/ 374361 w 1682584"/>
              <a:gd name="connsiteY29" fmla="*/ 236519 h 321468"/>
              <a:gd name="connsiteX30" fmla="*/ 722858 w 1682584"/>
              <a:gd name="connsiteY30" fmla="*/ 231710 h 321468"/>
              <a:gd name="connsiteX31" fmla="*/ 767782 w 1682584"/>
              <a:gd name="connsiteY31" fmla="*/ 276589 h 321468"/>
              <a:gd name="connsiteX32" fmla="*/ 722858 w 1682584"/>
              <a:gd name="connsiteY32" fmla="*/ 321468 h 321468"/>
              <a:gd name="connsiteX33" fmla="*/ 677934 w 1682584"/>
              <a:gd name="connsiteY33" fmla="*/ 276589 h 321468"/>
              <a:gd name="connsiteX34" fmla="*/ 722858 w 1682584"/>
              <a:gd name="connsiteY34" fmla="*/ 231710 h 321468"/>
              <a:gd name="connsiteX35" fmla="*/ 1072714 w 1682584"/>
              <a:gd name="connsiteY35" fmla="*/ 223696 h 321468"/>
              <a:gd name="connsiteX36" fmla="*/ 1121721 w 1682584"/>
              <a:gd name="connsiteY36" fmla="*/ 272582 h 321468"/>
              <a:gd name="connsiteX37" fmla="*/ 1072714 w 1682584"/>
              <a:gd name="connsiteY37" fmla="*/ 321468 h 321468"/>
              <a:gd name="connsiteX38" fmla="*/ 1023707 w 1682584"/>
              <a:gd name="connsiteY38" fmla="*/ 272582 h 321468"/>
              <a:gd name="connsiteX39" fmla="*/ 1072714 w 1682584"/>
              <a:gd name="connsiteY39" fmla="*/ 223696 h 321468"/>
              <a:gd name="connsiteX40" fmla="*/ 895744 w 1682584"/>
              <a:gd name="connsiteY40" fmla="*/ 223696 h 321468"/>
              <a:gd name="connsiteX41" fmla="*/ 944751 w 1682584"/>
              <a:gd name="connsiteY41" fmla="*/ 272582 h 321468"/>
              <a:gd name="connsiteX42" fmla="*/ 895744 w 1682584"/>
              <a:gd name="connsiteY42" fmla="*/ 321468 h 321468"/>
              <a:gd name="connsiteX43" fmla="*/ 846737 w 1682584"/>
              <a:gd name="connsiteY43" fmla="*/ 272582 h 321468"/>
              <a:gd name="connsiteX44" fmla="*/ 895744 w 1682584"/>
              <a:gd name="connsiteY44" fmla="*/ 223696 h 321468"/>
              <a:gd name="connsiteX45" fmla="*/ 549970 w 1682584"/>
              <a:gd name="connsiteY45" fmla="*/ 223696 h 321468"/>
              <a:gd name="connsiteX46" fmla="*/ 598977 w 1682584"/>
              <a:gd name="connsiteY46" fmla="*/ 272582 h 321468"/>
              <a:gd name="connsiteX47" fmla="*/ 549970 w 1682584"/>
              <a:gd name="connsiteY47" fmla="*/ 321468 h 321468"/>
              <a:gd name="connsiteX48" fmla="*/ 500963 w 1682584"/>
              <a:gd name="connsiteY48" fmla="*/ 272582 h 321468"/>
              <a:gd name="connsiteX49" fmla="*/ 549970 w 1682584"/>
              <a:gd name="connsiteY49" fmla="*/ 223696 h 321468"/>
              <a:gd name="connsiteX50" fmla="*/ 1161617 w 1682584"/>
              <a:gd name="connsiteY50" fmla="*/ 130686 h 321468"/>
              <a:gd name="connsiteX51" fmla="*/ 1182454 w 1682584"/>
              <a:gd name="connsiteY51" fmla="*/ 151106 h 321468"/>
              <a:gd name="connsiteX52" fmla="*/ 1161617 w 1682584"/>
              <a:gd name="connsiteY52" fmla="*/ 171526 h 321468"/>
              <a:gd name="connsiteX53" fmla="*/ 1140780 w 1682584"/>
              <a:gd name="connsiteY53" fmla="*/ 151106 h 321468"/>
              <a:gd name="connsiteX54" fmla="*/ 1161617 w 1682584"/>
              <a:gd name="connsiteY54" fmla="*/ 130686 h 321468"/>
              <a:gd name="connsiteX55" fmla="*/ 456457 w 1682584"/>
              <a:gd name="connsiteY55" fmla="*/ 130686 h 321468"/>
              <a:gd name="connsiteX56" fmla="*/ 477294 w 1682584"/>
              <a:gd name="connsiteY56" fmla="*/ 151106 h 321468"/>
              <a:gd name="connsiteX57" fmla="*/ 456457 w 1682584"/>
              <a:gd name="connsiteY57" fmla="*/ 171526 h 321468"/>
              <a:gd name="connsiteX58" fmla="*/ 435620 w 1682584"/>
              <a:gd name="connsiteY58" fmla="*/ 151106 h 321468"/>
              <a:gd name="connsiteX59" fmla="*/ 456457 w 1682584"/>
              <a:gd name="connsiteY59" fmla="*/ 130686 h 321468"/>
              <a:gd name="connsiteX60" fmla="*/ 980145 w 1682584"/>
              <a:gd name="connsiteY60" fmla="*/ 100738 h 321468"/>
              <a:gd name="connsiteX61" fmla="*/ 1015539 w 1682584"/>
              <a:gd name="connsiteY61" fmla="*/ 136132 h 321468"/>
              <a:gd name="connsiteX62" fmla="*/ 980145 w 1682584"/>
              <a:gd name="connsiteY62" fmla="*/ 171526 h 321468"/>
              <a:gd name="connsiteX63" fmla="*/ 944751 w 1682584"/>
              <a:gd name="connsiteY63" fmla="*/ 136132 h 321468"/>
              <a:gd name="connsiteX64" fmla="*/ 980145 w 1682584"/>
              <a:gd name="connsiteY64" fmla="*/ 100738 h 321468"/>
              <a:gd name="connsiteX65" fmla="*/ 803042 w 1682584"/>
              <a:gd name="connsiteY65" fmla="*/ 100738 h 321468"/>
              <a:gd name="connsiteX66" fmla="*/ 838304 w 1682584"/>
              <a:gd name="connsiteY66" fmla="*/ 136132 h 321468"/>
              <a:gd name="connsiteX67" fmla="*/ 803042 w 1682584"/>
              <a:gd name="connsiteY67" fmla="*/ 171526 h 321468"/>
              <a:gd name="connsiteX68" fmla="*/ 767780 w 1682584"/>
              <a:gd name="connsiteY68" fmla="*/ 136132 h 321468"/>
              <a:gd name="connsiteX69" fmla="*/ 803042 w 1682584"/>
              <a:gd name="connsiteY69" fmla="*/ 100738 h 321468"/>
              <a:gd name="connsiteX70" fmla="*/ 634239 w 1682584"/>
              <a:gd name="connsiteY70" fmla="*/ 100738 h 321468"/>
              <a:gd name="connsiteX71" fmla="*/ 669501 w 1682584"/>
              <a:gd name="connsiteY71" fmla="*/ 136132 h 321468"/>
              <a:gd name="connsiteX72" fmla="*/ 634239 w 1682584"/>
              <a:gd name="connsiteY72" fmla="*/ 171526 h 321468"/>
              <a:gd name="connsiteX73" fmla="*/ 598977 w 1682584"/>
              <a:gd name="connsiteY73" fmla="*/ 136132 h 321468"/>
              <a:gd name="connsiteX74" fmla="*/ 634239 w 1682584"/>
              <a:gd name="connsiteY74" fmla="*/ 100738 h 321468"/>
              <a:gd name="connsiteX75" fmla="*/ 898467 w 1682584"/>
              <a:gd name="connsiteY75" fmla="*/ 0 h 321468"/>
              <a:gd name="connsiteX76" fmla="*/ 917526 w 1682584"/>
              <a:gd name="connsiteY76" fmla="*/ 19234 h 321468"/>
              <a:gd name="connsiteX77" fmla="*/ 898467 w 1682584"/>
              <a:gd name="connsiteY77" fmla="*/ 38468 h 321468"/>
              <a:gd name="connsiteX78" fmla="*/ 879408 w 1682584"/>
              <a:gd name="connsiteY78" fmla="*/ 19234 h 321468"/>
              <a:gd name="connsiteX79" fmla="*/ 898467 w 1682584"/>
              <a:gd name="connsiteY79" fmla="*/ 0 h 321468"/>
              <a:gd name="connsiteX80" fmla="*/ 716051 w 1682584"/>
              <a:gd name="connsiteY80" fmla="*/ 0 h 321468"/>
              <a:gd name="connsiteX81" fmla="*/ 735110 w 1682584"/>
              <a:gd name="connsiteY81" fmla="*/ 19234 h 321468"/>
              <a:gd name="connsiteX82" fmla="*/ 716051 w 1682584"/>
              <a:gd name="connsiteY82" fmla="*/ 38468 h 321468"/>
              <a:gd name="connsiteX83" fmla="*/ 696992 w 1682584"/>
              <a:gd name="connsiteY83" fmla="*/ 19234 h 321468"/>
              <a:gd name="connsiteX84" fmla="*/ 716051 w 1682584"/>
              <a:gd name="connsiteY84" fmla="*/ 0 h 3214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Lst>
            <a:rect l="l" t="t" r="r" b="b"/>
            <a:pathLst>
              <a:path w="1682584" h="321468">
                <a:moveTo>
                  <a:pt x="21781" y="278191"/>
                </a:moveTo>
                <a:cubicBezTo>
                  <a:pt x="33810" y="278191"/>
                  <a:pt x="43562" y="287879"/>
                  <a:pt x="43562" y="299829"/>
                </a:cubicBezTo>
                <a:cubicBezTo>
                  <a:pt x="43562" y="311779"/>
                  <a:pt x="33810" y="321467"/>
                  <a:pt x="21781" y="321467"/>
                </a:cubicBezTo>
                <a:cubicBezTo>
                  <a:pt x="9752" y="321467"/>
                  <a:pt x="0" y="311779"/>
                  <a:pt x="0" y="299829"/>
                </a:cubicBezTo>
                <a:cubicBezTo>
                  <a:pt x="0" y="287879"/>
                  <a:pt x="9752" y="278191"/>
                  <a:pt x="21781" y="278191"/>
                </a:cubicBezTo>
                <a:close/>
                <a:moveTo>
                  <a:pt x="1659441" y="274986"/>
                </a:moveTo>
                <a:cubicBezTo>
                  <a:pt x="1672223" y="274986"/>
                  <a:pt x="1682584" y="285391"/>
                  <a:pt x="1682584" y="298227"/>
                </a:cubicBezTo>
                <a:cubicBezTo>
                  <a:pt x="1682584" y="311063"/>
                  <a:pt x="1672223" y="321468"/>
                  <a:pt x="1659441" y="321468"/>
                </a:cubicBezTo>
                <a:cubicBezTo>
                  <a:pt x="1646659" y="321468"/>
                  <a:pt x="1636298" y="311063"/>
                  <a:pt x="1636298" y="298227"/>
                </a:cubicBezTo>
                <a:cubicBezTo>
                  <a:pt x="1636298" y="285391"/>
                  <a:pt x="1646659" y="274986"/>
                  <a:pt x="1659441" y="274986"/>
                </a:cubicBezTo>
                <a:close/>
                <a:moveTo>
                  <a:pt x="197391" y="263766"/>
                </a:moveTo>
                <a:cubicBezTo>
                  <a:pt x="213180" y="263766"/>
                  <a:pt x="225979" y="276683"/>
                  <a:pt x="225979" y="292617"/>
                </a:cubicBezTo>
                <a:cubicBezTo>
                  <a:pt x="225979" y="308551"/>
                  <a:pt x="213180" y="321468"/>
                  <a:pt x="197391" y="321468"/>
                </a:cubicBezTo>
                <a:cubicBezTo>
                  <a:pt x="181602" y="321468"/>
                  <a:pt x="168803" y="308551"/>
                  <a:pt x="168803" y="292617"/>
                </a:cubicBezTo>
                <a:cubicBezTo>
                  <a:pt x="168803" y="276683"/>
                  <a:pt x="181602" y="263766"/>
                  <a:pt x="197391" y="263766"/>
                </a:cubicBezTo>
                <a:close/>
                <a:moveTo>
                  <a:pt x="1453881" y="255752"/>
                </a:moveTo>
                <a:cubicBezTo>
                  <a:pt x="1471925" y="255752"/>
                  <a:pt x="1486553" y="270463"/>
                  <a:pt x="1486553" y="288610"/>
                </a:cubicBezTo>
                <a:cubicBezTo>
                  <a:pt x="1486553" y="306757"/>
                  <a:pt x="1471925" y="321468"/>
                  <a:pt x="1453881" y="321468"/>
                </a:cubicBezTo>
                <a:cubicBezTo>
                  <a:pt x="1435837" y="321468"/>
                  <a:pt x="1421209" y="306757"/>
                  <a:pt x="1421209" y="288610"/>
                </a:cubicBezTo>
                <a:cubicBezTo>
                  <a:pt x="1421209" y="270463"/>
                  <a:pt x="1435837" y="255752"/>
                  <a:pt x="1453881" y="255752"/>
                </a:cubicBezTo>
                <a:close/>
                <a:moveTo>
                  <a:pt x="1261936" y="236519"/>
                </a:moveTo>
                <a:cubicBezTo>
                  <a:pt x="1285243" y="236519"/>
                  <a:pt x="1304137" y="255535"/>
                  <a:pt x="1304137" y="278993"/>
                </a:cubicBezTo>
                <a:cubicBezTo>
                  <a:pt x="1304137" y="302451"/>
                  <a:pt x="1285243" y="321467"/>
                  <a:pt x="1261936" y="321467"/>
                </a:cubicBezTo>
                <a:cubicBezTo>
                  <a:pt x="1238629" y="321467"/>
                  <a:pt x="1219735" y="302451"/>
                  <a:pt x="1219735" y="278993"/>
                </a:cubicBezTo>
                <a:cubicBezTo>
                  <a:pt x="1219735" y="255535"/>
                  <a:pt x="1238629" y="236519"/>
                  <a:pt x="1261936" y="236519"/>
                </a:cubicBezTo>
                <a:close/>
                <a:moveTo>
                  <a:pt x="374361" y="236519"/>
                </a:moveTo>
                <a:cubicBezTo>
                  <a:pt x="397668" y="236519"/>
                  <a:pt x="416562" y="255535"/>
                  <a:pt x="416562" y="278993"/>
                </a:cubicBezTo>
                <a:cubicBezTo>
                  <a:pt x="416562" y="302451"/>
                  <a:pt x="397668" y="321467"/>
                  <a:pt x="374361" y="321467"/>
                </a:cubicBezTo>
                <a:cubicBezTo>
                  <a:pt x="351054" y="321467"/>
                  <a:pt x="332160" y="302451"/>
                  <a:pt x="332160" y="278993"/>
                </a:cubicBezTo>
                <a:cubicBezTo>
                  <a:pt x="332160" y="255535"/>
                  <a:pt x="351054" y="236519"/>
                  <a:pt x="374361" y="236519"/>
                </a:cubicBezTo>
                <a:close/>
                <a:moveTo>
                  <a:pt x="722858" y="231710"/>
                </a:moveTo>
                <a:cubicBezTo>
                  <a:pt x="747669" y="231710"/>
                  <a:pt x="767782" y="251803"/>
                  <a:pt x="767782" y="276589"/>
                </a:cubicBezTo>
                <a:cubicBezTo>
                  <a:pt x="767782" y="301375"/>
                  <a:pt x="747669" y="321468"/>
                  <a:pt x="722858" y="321468"/>
                </a:cubicBezTo>
                <a:cubicBezTo>
                  <a:pt x="698047" y="321468"/>
                  <a:pt x="677934" y="301375"/>
                  <a:pt x="677934" y="276589"/>
                </a:cubicBezTo>
                <a:cubicBezTo>
                  <a:pt x="677934" y="251803"/>
                  <a:pt x="698047" y="231710"/>
                  <a:pt x="722858" y="231710"/>
                </a:cubicBezTo>
                <a:close/>
                <a:moveTo>
                  <a:pt x="1072714" y="223696"/>
                </a:moveTo>
                <a:cubicBezTo>
                  <a:pt x="1099780" y="223696"/>
                  <a:pt x="1121721" y="245583"/>
                  <a:pt x="1121721" y="272582"/>
                </a:cubicBezTo>
                <a:cubicBezTo>
                  <a:pt x="1121721" y="299581"/>
                  <a:pt x="1099780" y="321468"/>
                  <a:pt x="1072714" y="321468"/>
                </a:cubicBezTo>
                <a:cubicBezTo>
                  <a:pt x="1045648" y="321468"/>
                  <a:pt x="1023707" y="299581"/>
                  <a:pt x="1023707" y="272582"/>
                </a:cubicBezTo>
                <a:cubicBezTo>
                  <a:pt x="1023707" y="245583"/>
                  <a:pt x="1045648" y="223696"/>
                  <a:pt x="1072714" y="223696"/>
                </a:cubicBezTo>
                <a:close/>
                <a:moveTo>
                  <a:pt x="895744" y="223696"/>
                </a:moveTo>
                <a:cubicBezTo>
                  <a:pt x="922810" y="223696"/>
                  <a:pt x="944751" y="245583"/>
                  <a:pt x="944751" y="272582"/>
                </a:cubicBezTo>
                <a:cubicBezTo>
                  <a:pt x="944751" y="299581"/>
                  <a:pt x="922810" y="321468"/>
                  <a:pt x="895744" y="321468"/>
                </a:cubicBezTo>
                <a:cubicBezTo>
                  <a:pt x="868678" y="321468"/>
                  <a:pt x="846737" y="299581"/>
                  <a:pt x="846737" y="272582"/>
                </a:cubicBezTo>
                <a:cubicBezTo>
                  <a:pt x="846737" y="245583"/>
                  <a:pt x="868678" y="223696"/>
                  <a:pt x="895744" y="223696"/>
                </a:cubicBezTo>
                <a:close/>
                <a:moveTo>
                  <a:pt x="549970" y="223696"/>
                </a:moveTo>
                <a:cubicBezTo>
                  <a:pt x="577036" y="223696"/>
                  <a:pt x="598977" y="245583"/>
                  <a:pt x="598977" y="272582"/>
                </a:cubicBezTo>
                <a:cubicBezTo>
                  <a:pt x="598977" y="299581"/>
                  <a:pt x="577036" y="321468"/>
                  <a:pt x="549970" y="321468"/>
                </a:cubicBezTo>
                <a:cubicBezTo>
                  <a:pt x="522904" y="321468"/>
                  <a:pt x="500963" y="299581"/>
                  <a:pt x="500963" y="272582"/>
                </a:cubicBezTo>
                <a:cubicBezTo>
                  <a:pt x="500963" y="245583"/>
                  <a:pt x="522904" y="223696"/>
                  <a:pt x="549970" y="223696"/>
                </a:cubicBezTo>
                <a:close/>
                <a:moveTo>
                  <a:pt x="1161617" y="130686"/>
                </a:moveTo>
                <a:cubicBezTo>
                  <a:pt x="1173125" y="130686"/>
                  <a:pt x="1182454" y="139828"/>
                  <a:pt x="1182454" y="151106"/>
                </a:cubicBezTo>
                <a:cubicBezTo>
                  <a:pt x="1182454" y="162384"/>
                  <a:pt x="1173125" y="171526"/>
                  <a:pt x="1161617" y="171526"/>
                </a:cubicBezTo>
                <a:cubicBezTo>
                  <a:pt x="1150109" y="171526"/>
                  <a:pt x="1140780" y="162384"/>
                  <a:pt x="1140780" y="151106"/>
                </a:cubicBezTo>
                <a:cubicBezTo>
                  <a:pt x="1140780" y="139828"/>
                  <a:pt x="1150109" y="130686"/>
                  <a:pt x="1161617" y="130686"/>
                </a:cubicBezTo>
                <a:close/>
                <a:moveTo>
                  <a:pt x="456457" y="130686"/>
                </a:moveTo>
                <a:cubicBezTo>
                  <a:pt x="467965" y="130686"/>
                  <a:pt x="477294" y="139828"/>
                  <a:pt x="477294" y="151106"/>
                </a:cubicBezTo>
                <a:cubicBezTo>
                  <a:pt x="477294" y="162384"/>
                  <a:pt x="467965" y="171526"/>
                  <a:pt x="456457" y="171526"/>
                </a:cubicBezTo>
                <a:cubicBezTo>
                  <a:pt x="444949" y="171526"/>
                  <a:pt x="435620" y="162384"/>
                  <a:pt x="435620" y="151106"/>
                </a:cubicBezTo>
                <a:cubicBezTo>
                  <a:pt x="435620" y="139828"/>
                  <a:pt x="444949" y="130686"/>
                  <a:pt x="456457" y="130686"/>
                </a:cubicBezTo>
                <a:close/>
                <a:moveTo>
                  <a:pt x="980145" y="100738"/>
                </a:moveTo>
                <a:cubicBezTo>
                  <a:pt x="999693" y="100738"/>
                  <a:pt x="1015539" y="116584"/>
                  <a:pt x="1015539" y="136132"/>
                </a:cubicBezTo>
                <a:cubicBezTo>
                  <a:pt x="1015539" y="155680"/>
                  <a:pt x="999693" y="171526"/>
                  <a:pt x="980145" y="171526"/>
                </a:cubicBezTo>
                <a:cubicBezTo>
                  <a:pt x="960597" y="171526"/>
                  <a:pt x="944751" y="155680"/>
                  <a:pt x="944751" y="136132"/>
                </a:cubicBezTo>
                <a:cubicBezTo>
                  <a:pt x="944751" y="116584"/>
                  <a:pt x="960597" y="100738"/>
                  <a:pt x="980145" y="100738"/>
                </a:cubicBezTo>
                <a:close/>
                <a:moveTo>
                  <a:pt x="803042" y="100738"/>
                </a:moveTo>
                <a:cubicBezTo>
                  <a:pt x="822517" y="100738"/>
                  <a:pt x="838304" y="116584"/>
                  <a:pt x="838304" y="136132"/>
                </a:cubicBezTo>
                <a:cubicBezTo>
                  <a:pt x="838304" y="155680"/>
                  <a:pt x="822517" y="171526"/>
                  <a:pt x="803042" y="171526"/>
                </a:cubicBezTo>
                <a:cubicBezTo>
                  <a:pt x="783567" y="171526"/>
                  <a:pt x="767780" y="155680"/>
                  <a:pt x="767780" y="136132"/>
                </a:cubicBezTo>
                <a:cubicBezTo>
                  <a:pt x="767780" y="116584"/>
                  <a:pt x="783567" y="100738"/>
                  <a:pt x="803042" y="100738"/>
                </a:cubicBezTo>
                <a:close/>
                <a:moveTo>
                  <a:pt x="634239" y="100738"/>
                </a:moveTo>
                <a:cubicBezTo>
                  <a:pt x="653714" y="100738"/>
                  <a:pt x="669501" y="116584"/>
                  <a:pt x="669501" y="136132"/>
                </a:cubicBezTo>
                <a:cubicBezTo>
                  <a:pt x="669501" y="155680"/>
                  <a:pt x="653714" y="171526"/>
                  <a:pt x="634239" y="171526"/>
                </a:cubicBezTo>
                <a:cubicBezTo>
                  <a:pt x="614764" y="171526"/>
                  <a:pt x="598977" y="155680"/>
                  <a:pt x="598977" y="136132"/>
                </a:cubicBezTo>
                <a:cubicBezTo>
                  <a:pt x="598977" y="116584"/>
                  <a:pt x="614764" y="100738"/>
                  <a:pt x="634239" y="100738"/>
                </a:cubicBezTo>
                <a:close/>
                <a:moveTo>
                  <a:pt x="898467" y="0"/>
                </a:moveTo>
                <a:cubicBezTo>
                  <a:pt x="908993" y="0"/>
                  <a:pt x="917526" y="8611"/>
                  <a:pt x="917526" y="19234"/>
                </a:cubicBezTo>
                <a:cubicBezTo>
                  <a:pt x="917526" y="29857"/>
                  <a:pt x="908993" y="38468"/>
                  <a:pt x="898467" y="38468"/>
                </a:cubicBezTo>
                <a:cubicBezTo>
                  <a:pt x="887941" y="38468"/>
                  <a:pt x="879408" y="29857"/>
                  <a:pt x="879408" y="19234"/>
                </a:cubicBezTo>
                <a:cubicBezTo>
                  <a:pt x="879408" y="8611"/>
                  <a:pt x="887941" y="0"/>
                  <a:pt x="898467" y="0"/>
                </a:cubicBezTo>
                <a:close/>
                <a:moveTo>
                  <a:pt x="716051" y="0"/>
                </a:moveTo>
                <a:cubicBezTo>
                  <a:pt x="726577" y="0"/>
                  <a:pt x="735110" y="8611"/>
                  <a:pt x="735110" y="19234"/>
                </a:cubicBezTo>
                <a:cubicBezTo>
                  <a:pt x="735110" y="29857"/>
                  <a:pt x="726577" y="38468"/>
                  <a:pt x="716051" y="38468"/>
                </a:cubicBezTo>
                <a:cubicBezTo>
                  <a:pt x="705525" y="38468"/>
                  <a:pt x="696992" y="29857"/>
                  <a:pt x="696992" y="19234"/>
                </a:cubicBezTo>
                <a:cubicBezTo>
                  <a:pt x="696992" y="8611"/>
                  <a:pt x="705525" y="0"/>
                  <a:pt x="716051" y="0"/>
                </a:cubicBezTo>
                <a:close/>
              </a:path>
            </a:pathLst>
          </a:custGeom>
          <a:solidFill>
            <a:schemeClr val="tx2">
              <a:lumMod val="40000"/>
              <a:lumOff val="60000"/>
            </a:schemeClr>
          </a:solidFill>
          <a:ln w="3175">
            <a:noFill/>
          </a:ln>
        </p:spPr>
        <p:txBody>
          <a:bodyPr wrap="square">
            <a:noAutofit/>
          </a:bodyPr>
          <a:lstStyle/>
          <a:p>
            <a:pPr lvl="0"/>
            <a:r>
              <a:rPr lang="en-US" noProof="0"/>
              <a:t> </a:t>
            </a:r>
          </a:p>
        </p:txBody>
      </p:sp>
    </p:spTree>
    <p:extLst>
      <p:ext uri="{BB962C8B-B14F-4D97-AF65-F5344CB8AC3E}">
        <p14:creationId xmlns:p14="http://schemas.microsoft.com/office/powerpoint/2010/main" val="322348620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Photo with highlighting text">
    <p:spTree>
      <p:nvGrpSpPr>
        <p:cNvPr id="1" name=""/>
        <p:cNvGrpSpPr/>
        <p:nvPr/>
      </p:nvGrpSpPr>
      <p:grpSpPr>
        <a:xfrm>
          <a:off x="0" y="0"/>
          <a:ext cx="0" cy="0"/>
          <a:chOff x="0" y="0"/>
          <a:chExt cx="0" cy="0"/>
        </a:xfrm>
      </p:grpSpPr>
      <p:sp>
        <p:nvSpPr>
          <p:cNvPr id="17" name="Espace réservé du texte 16">
            <a:extLst>
              <a:ext uri="{FF2B5EF4-FFF2-40B4-BE49-F238E27FC236}">
                <a16:creationId xmlns:a16="http://schemas.microsoft.com/office/drawing/2014/main" id="{38D92F9C-9CF1-426A-9EA7-935D5427C4DA}"/>
              </a:ext>
            </a:extLst>
          </p:cNvPr>
          <p:cNvSpPr>
            <a:spLocks noGrp="1"/>
          </p:cNvSpPr>
          <p:nvPr>
            <p:ph type="body" idx="1" hasCustomPrompt="1"/>
          </p:nvPr>
        </p:nvSpPr>
        <p:spPr>
          <a:xfrm>
            <a:off x="1" y="449849"/>
            <a:ext cx="9683261" cy="335964"/>
          </a:xfrm>
          <a:custGeom>
            <a:avLst/>
            <a:gdLst>
              <a:gd name="connsiteX0" fmla="*/ 9609373 w 9683261"/>
              <a:gd name="connsiteY0" fmla="*/ 237817 h 335964"/>
              <a:gd name="connsiteX1" fmla="*/ 9632706 w 9683261"/>
              <a:gd name="connsiteY1" fmla="*/ 261358 h 335964"/>
              <a:gd name="connsiteX2" fmla="*/ 9609373 w 9683261"/>
              <a:gd name="connsiteY2" fmla="*/ 284899 h 335964"/>
              <a:gd name="connsiteX3" fmla="*/ 9586041 w 9683261"/>
              <a:gd name="connsiteY3" fmla="*/ 261358 h 335964"/>
              <a:gd name="connsiteX4" fmla="*/ 9609373 w 9683261"/>
              <a:gd name="connsiteY4" fmla="*/ 237817 h 335964"/>
              <a:gd name="connsiteX5" fmla="*/ 9669650 w 9683261"/>
              <a:gd name="connsiteY5" fmla="*/ 200069 h 335964"/>
              <a:gd name="connsiteX6" fmla="*/ 9683261 w 9683261"/>
              <a:gd name="connsiteY6" fmla="*/ 212909 h 335964"/>
              <a:gd name="connsiteX7" fmla="*/ 9669650 w 9683261"/>
              <a:gd name="connsiteY7" fmla="*/ 225749 h 335964"/>
              <a:gd name="connsiteX8" fmla="*/ 9656038 w 9683261"/>
              <a:gd name="connsiteY8" fmla="*/ 212909 h 335964"/>
              <a:gd name="connsiteX9" fmla="*/ 9669650 w 9683261"/>
              <a:gd name="connsiteY9" fmla="*/ 200069 h 335964"/>
              <a:gd name="connsiteX10" fmla="*/ 9609373 w 9683261"/>
              <a:gd name="connsiteY10" fmla="*/ 143445 h 335964"/>
              <a:gd name="connsiteX11" fmla="*/ 9632706 w 9683261"/>
              <a:gd name="connsiteY11" fmla="*/ 166987 h 335964"/>
              <a:gd name="connsiteX12" fmla="*/ 9609373 w 9683261"/>
              <a:gd name="connsiteY12" fmla="*/ 190527 h 335964"/>
              <a:gd name="connsiteX13" fmla="*/ 9586041 w 9683261"/>
              <a:gd name="connsiteY13" fmla="*/ 166987 h 335964"/>
              <a:gd name="connsiteX14" fmla="*/ 9609373 w 9683261"/>
              <a:gd name="connsiteY14" fmla="*/ 143445 h 335964"/>
              <a:gd name="connsiteX15" fmla="*/ 9669650 w 9683261"/>
              <a:gd name="connsiteY15" fmla="*/ 101921 h 335964"/>
              <a:gd name="connsiteX16" fmla="*/ 9683261 w 9683261"/>
              <a:gd name="connsiteY16" fmla="*/ 114762 h 335964"/>
              <a:gd name="connsiteX17" fmla="*/ 9669650 w 9683261"/>
              <a:gd name="connsiteY17" fmla="*/ 127602 h 335964"/>
              <a:gd name="connsiteX18" fmla="*/ 9656038 w 9683261"/>
              <a:gd name="connsiteY18" fmla="*/ 114762 h 335964"/>
              <a:gd name="connsiteX19" fmla="*/ 9669650 w 9683261"/>
              <a:gd name="connsiteY19" fmla="*/ 101921 h 335964"/>
              <a:gd name="connsiteX20" fmla="*/ 9609373 w 9683261"/>
              <a:gd name="connsiteY20" fmla="*/ 50961 h 335964"/>
              <a:gd name="connsiteX21" fmla="*/ 9632706 w 9683261"/>
              <a:gd name="connsiteY21" fmla="*/ 74501 h 335964"/>
              <a:gd name="connsiteX22" fmla="*/ 9609373 w 9683261"/>
              <a:gd name="connsiteY22" fmla="*/ 98043 h 335964"/>
              <a:gd name="connsiteX23" fmla="*/ 9586041 w 9683261"/>
              <a:gd name="connsiteY23" fmla="*/ 74501 h 335964"/>
              <a:gd name="connsiteX24" fmla="*/ 9609373 w 9683261"/>
              <a:gd name="connsiteY24" fmla="*/ 50961 h 335964"/>
              <a:gd name="connsiteX25" fmla="*/ 0 w 9683261"/>
              <a:gd name="connsiteY25" fmla="*/ 0 h 335964"/>
              <a:gd name="connsiteX26" fmla="*/ 739665 w 9683261"/>
              <a:gd name="connsiteY26" fmla="*/ 0 h 335964"/>
              <a:gd name="connsiteX27" fmla="*/ 9540864 w 9683261"/>
              <a:gd name="connsiteY27" fmla="*/ 0 h 335964"/>
              <a:gd name="connsiteX28" fmla="*/ 9568541 w 9683261"/>
              <a:gd name="connsiteY28" fmla="*/ 27997 h 335964"/>
              <a:gd name="connsiteX29" fmla="*/ 9540864 w 9683261"/>
              <a:gd name="connsiteY29" fmla="*/ 55995 h 335964"/>
              <a:gd name="connsiteX30" fmla="*/ 9522411 w 9683261"/>
              <a:gd name="connsiteY30" fmla="*/ 74659 h 335964"/>
              <a:gd name="connsiteX31" fmla="*/ 9540864 w 9683261"/>
              <a:gd name="connsiteY31" fmla="*/ 97990 h 335964"/>
              <a:gd name="connsiteX32" fmla="*/ 9568541 w 9683261"/>
              <a:gd name="connsiteY32" fmla="*/ 121320 h 335964"/>
              <a:gd name="connsiteX33" fmla="*/ 9545478 w 9683261"/>
              <a:gd name="connsiteY33" fmla="*/ 149317 h 335964"/>
              <a:gd name="connsiteX34" fmla="*/ 9540864 w 9683261"/>
              <a:gd name="connsiteY34" fmla="*/ 149317 h 335964"/>
              <a:gd name="connsiteX35" fmla="*/ 9522411 w 9683261"/>
              <a:gd name="connsiteY35" fmla="*/ 167982 h 335964"/>
              <a:gd name="connsiteX36" fmla="*/ 9540864 w 9683261"/>
              <a:gd name="connsiteY36" fmla="*/ 191313 h 335964"/>
              <a:gd name="connsiteX37" fmla="*/ 9568541 w 9683261"/>
              <a:gd name="connsiteY37" fmla="*/ 214644 h 335964"/>
              <a:gd name="connsiteX38" fmla="*/ 9540864 w 9683261"/>
              <a:gd name="connsiteY38" fmla="*/ 242641 h 335964"/>
              <a:gd name="connsiteX39" fmla="*/ 9522411 w 9683261"/>
              <a:gd name="connsiteY39" fmla="*/ 265971 h 335964"/>
              <a:gd name="connsiteX40" fmla="*/ 9540864 w 9683261"/>
              <a:gd name="connsiteY40" fmla="*/ 284636 h 335964"/>
              <a:gd name="connsiteX41" fmla="*/ 9568541 w 9683261"/>
              <a:gd name="connsiteY41" fmla="*/ 312633 h 335964"/>
              <a:gd name="connsiteX42" fmla="*/ 9540864 w 9683261"/>
              <a:gd name="connsiteY42" fmla="*/ 335964 h 335964"/>
              <a:gd name="connsiteX43" fmla="*/ 845227 w 9683261"/>
              <a:gd name="connsiteY43" fmla="*/ 335964 h 335964"/>
              <a:gd name="connsiteX44" fmla="*/ 0 w 9683261"/>
              <a:gd name="connsiteY44" fmla="*/ 335964 h 3359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Lst>
            <a:rect l="l" t="t" r="r" b="b"/>
            <a:pathLst>
              <a:path w="9683261" h="335964">
                <a:moveTo>
                  <a:pt x="9609373" y="237817"/>
                </a:moveTo>
                <a:cubicBezTo>
                  <a:pt x="9622259" y="237817"/>
                  <a:pt x="9632706" y="248357"/>
                  <a:pt x="9632706" y="261358"/>
                </a:cubicBezTo>
                <a:cubicBezTo>
                  <a:pt x="9632706" y="274359"/>
                  <a:pt x="9622259" y="284899"/>
                  <a:pt x="9609373" y="284899"/>
                </a:cubicBezTo>
                <a:cubicBezTo>
                  <a:pt x="9596486" y="284899"/>
                  <a:pt x="9586041" y="274359"/>
                  <a:pt x="9586041" y="261358"/>
                </a:cubicBezTo>
                <a:cubicBezTo>
                  <a:pt x="9586041" y="248357"/>
                  <a:pt x="9596486" y="237817"/>
                  <a:pt x="9609373" y="237817"/>
                </a:cubicBezTo>
                <a:close/>
                <a:moveTo>
                  <a:pt x="9669650" y="200069"/>
                </a:moveTo>
                <a:cubicBezTo>
                  <a:pt x="9677168" y="200069"/>
                  <a:pt x="9683261" y="205817"/>
                  <a:pt x="9683261" y="212909"/>
                </a:cubicBezTo>
                <a:cubicBezTo>
                  <a:pt x="9683261" y="220001"/>
                  <a:pt x="9677168" y="225749"/>
                  <a:pt x="9669650" y="225749"/>
                </a:cubicBezTo>
                <a:cubicBezTo>
                  <a:pt x="9662132" y="225749"/>
                  <a:pt x="9656038" y="220001"/>
                  <a:pt x="9656038" y="212909"/>
                </a:cubicBezTo>
                <a:cubicBezTo>
                  <a:pt x="9656038" y="205817"/>
                  <a:pt x="9662132" y="200069"/>
                  <a:pt x="9669650" y="200069"/>
                </a:cubicBezTo>
                <a:close/>
                <a:moveTo>
                  <a:pt x="9609373" y="143445"/>
                </a:moveTo>
                <a:cubicBezTo>
                  <a:pt x="9622259" y="143445"/>
                  <a:pt x="9632706" y="153985"/>
                  <a:pt x="9632706" y="166987"/>
                </a:cubicBezTo>
                <a:cubicBezTo>
                  <a:pt x="9632706" y="179987"/>
                  <a:pt x="9622259" y="190527"/>
                  <a:pt x="9609373" y="190527"/>
                </a:cubicBezTo>
                <a:cubicBezTo>
                  <a:pt x="9596486" y="190527"/>
                  <a:pt x="9586041" y="179987"/>
                  <a:pt x="9586041" y="166987"/>
                </a:cubicBezTo>
                <a:cubicBezTo>
                  <a:pt x="9586041" y="153985"/>
                  <a:pt x="9596486" y="143445"/>
                  <a:pt x="9609373" y="143445"/>
                </a:cubicBezTo>
                <a:close/>
                <a:moveTo>
                  <a:pt x="9669650" y="101921"/>
                </a:moveTo>
                <a:cubicBezTo>
                  <a:pt x="9677168" y="101921"/>
                  <a:pt x="9683261" y="107670"/>
                  <a:pt x="9683261" y="114762"/>
                </a:cubicBezTo>
                <a:cubicBezTo>
                  <a:pt x="9683261" y="121855"/>
                  <a:pt x="9677168" y="127602"/>
                  <a:pt x="9669650" y="127602"/>
                </a:cubicBezTo>
                <a:cubicBezTo>
                  <a:pt x="9662132" y="127602"/>
                  <a:pt x="9656038" y="121855"/>
                  <a:pt x="9656038" y="114762"/>
                </a:cubicBezTo>
                <a:cubicBezTo>
                  <a:pt x="9656038" y="107670"/>
                  <a:pt x="9662132" y="101921"/>
                  <a:pt x="9669650" y="101921"/>
                </a:cubicBezTo>
                <a:close/>
                <a:moveTo>
                  <a:pt x="9609373" y="50961"/>
                </a:moveTo>
                <a:cubicBezTo>
                  <a:pt x="9622259" y="50961"/>
                  <a:pt x="9632706" y="61501"/>
                  <a:pt x="9632706" y="74501"/>
                </a:cubicBezTo>
                <a:cubicBezTo>
                  <a:pt x="9632706" y="87503"/>
                  <a:pt x="9622259" y="98043"/>
                  <a:pt x="9609373" y="98043"/>
                </a:cubicBezTo>
                <a:cubicBezTo>
                  <a:pt x="9596486" y="98043"/>
                  <a:pt x="9586041" y="87503"/>
                  <a:pt x="9586041" y="74501"/>
                </a:cubicBezTo>
                <a:cubicBezTo>
                  <a:pt x="9586041" y="61501"/>
                  <a:pt x="9596486" y="50961"/>
                  <a:pt x="9609373" y="50961"/>
                </a:cubicBezTo>
                <a:close/>
                <a:moveTo>
                  <a:pt x="0" y="0"/>
                </a:moveTo>
                <a:lnTo>
                  <a:pt x="739665" y="0"/>
                </a:lnTo>
                <a:cubicBezTo>
                  <a:pt x="2800514" y="0"/>
                  <a:pt x="5636951" y="0"/>
                  <a:pt x="9540864" y="0"/>
                </a:cubicBezTo>
                <a:cubicBezTo>
                  <a:pt x="9559315" y="0"/>
                  <a:pt x="9568541" y="13999"/>
                  <a:pt x="9568541" y="27997"/>
                </a:cubicBezTo>
                <a:cubicBezTo>
                  <a:pt x="9568541" y="41996"/>
                  <a:pt x="9559315" y="55995"/>
                  <a:pt x="9540864" y="55995"/>
                </a:cubicBezTo>
                <a:cubicBezTo>
                  <a:pt x="9531638" y="55995"/>
                  <a:pt x="9522411" y="65327"/>
                  <a:pt x="9522411" y="74659"/>
                </a:cubicBezTo>
                <a:cubicBezTo>
                  <a:pt x="9522411" y="83992"/>
                  <a:pt x="9531638" y="93323"/>
                  <a:pt x="9540864" y="97990"/>
                </a:cubicBezTo>
                <a:cubicBezTo>
                  <a:pt x="9559315" y="97990"/>
                  <a:pt x="9568541" y="107321"/>
                  <a:pt x="9568541" y="121320"/>
                </a:cubicBezTo>
                <a:cubicBezTo>
                  <a:pt x="9568541" y="135319"/>
                  <a:pt x="9559315" y="149317"/>
                  <a:pt x="9545478" y="149317"/>
                </a:cubicBezTo>
                <a:cubicBezTo>
                  <a:pt x="9545478" y="149317"/>
                  <a:pt x="9545478" y="149317"/>
                  <a:pt x="9540864" y="149317"/>
                </a:cubicBezTo>
                <a:cubicBezTo>
                  <a:pt x="9531638" y="149317"/>
                  <a:pt x="9522411" y="158650"/>
                  <a:pt x="9522411" y="167982"/>
                </a:cubicBezTo>
                <a:cubicBezTo>
                  <a:pt x="9522411" y="181981"/>
                  <a:pt x="9531638" y="191313"/>
                  <a:pt x="9540864" y="191313"/>
                </a:cubicBezTo>
                <a:cubicBezTo>
                  <a:pt x="9559315" y="191313"/>
                  <a:pt x="9568541" y="200645"/>
                  <a:pt x="9568541" y="214644"/>
                </a:cubicBezTo>
                <a:cubicBezTo>
                  <a:pt x="9568541" y="233309"/>
                  <a:pt x="9559315" y="242641"/>
                  <a:pt x="9540864" y="242641"/>
                </a:cubicBezTo>
                <a:cubicBezTo>
                  <a:pt x="9531638" y="242641"/>
                  <a:pt x="9522411" y="251972"/>
                  <a:pt x="9522411" y="265971"/>
                </a:cubicBezTo>
                <a:cubicBezTo>
                  <a:pt x="9522411" y="275305"/>
                  <a:pt x="9531638" y="284636"/>
                  <a:pt x="9540864" y="284636"/>
                </a:cubicBezTo>
                <a:cubicBezTo>
                  <a:pt x="9559315" y="284636"/>
                  <a:pt x="9568541" y="298634"/>
                  <a:pt x="9568541" y="312633"/>
                </a:cubicBezTo>
                <a:cubicBezTo>
                  <a:pt x="9568541" y="326632"/>
                  <a:pt x="9559315" y="335964"/>
                  <a:pt x="9540864" y="335964"/>
                </a:cubicBezTo>
                <a:cubicBezTo>
                  <a:pt x="9540864" y="335964"/>
                  <a:pt x="9540864" y="335964"/>
                  <a:pt x="845227" y="335964"/>
                </a:cubicBezTo>
                <a:lnTo>
                  <a:pt x="0" y="335964"/>
                </a:lnTo>
                <a:close/>
              </a:path>
            </a:pathLst>
          </a:custGeom>
          <a:solidFill>
            <a:schemeClr val="tx2"/>
          </a:solidFill>
          <a:ln w="3175">
            <a:noFill/>
          </a:ln>
        </p:spPr>
        <p:txBody>
          <a:bodyPr wrap="square" lIns="630000" tIns="0" rIns="360000" bIns="0" anchor="ctr">
            <a:noAutofit/>
          </a:bodyPr>
          <a:lstStyle>
            <a:lvl1pPr marL="0" indent="0">
              <a:lnSpc>
                <a:spcPct val="100000"/>
              </a:lnSpc>
              <a:buNone/>
              <a:defRPr sz="1500" b="1" cap="all" baseline="0">
                <a:solidFill>
                  <a:schemeClr val="bg1"/>
                </a:solidFill>
                <a:latin typeface="+mn-lt"/>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noProof="0"/>
              <a:t>Click to edit master text styles</a:t>
            </a:r>
          </a:p>
        </p:txBody>
      </p:sp>
      <p:sp>
        <p:nvSpPr>
          <p:cNvPr id="4" name="Espace réservé de la date 3">
            <a:extLst>
              <a:ext uri="{FF2B5EF4-FFF2-40B4-BE49-F238E27FC236}">
                <a16:creationId xmlns:a16="http://schemas.microsoft.com/office/drawing/2014/main" id="{0023D345-337F-488B-8D03-DF3DDDA5DDF5}"/>
              </a:ext>
            </a:extLst>
          </p:cNvPr>
          <p:cNvSpPr>
            <a:spLocks noGrp="1"/>
          </p:cNvSpPr>
          <p:nvPr>
            <p:ph type="dt" sz="half" idx="15"/>
          </p:nvPr>
        </p:nvSpPr>
        <p:spPr/>
        <p:txBody>
          <a:bodyPr/>
          <a:lstStyle/>
          <a:p>
            <a:r>
              <a:rPr lang="en-US" noProof="0"/>
              <a:t>LYYYY/MM/DD</a:t>
            </a:r>
            <a:endParaRPr lang="en-US" b="0" noProof="0"/>
          </a:p>
        </p:txBody>
      </p:sp>
      <p:sp>
        <p:nvSpPr>
          <p:cNvPr id="7" name="Espace réservé du pied de page 6">
            <a:extLst>
              <a:ext uri="{FF2B5EF4-FFF2-40B4-BE49-F238E27FC236}">
                <a16:creationId xmlns:a16="http://schemas.microsoft.com/office/drawing/2014/main" id="{509EADAA-0C96-4D73-B394-C1A53CEA1029}"/>
              </a:ext>
            </a:extLst>
          </p:cNvPr>
          <p:cNvSpPr>
            <a:spLocks noGrp="1"/>
          </p:cNvSpPr>
          <p:nvPr>
            <p:ph type="ftr" sz="quarter" idx="16"/>
          </p:nvPr>
        </p:nvSpPr>
        <p:spPr/>
        <p:txBody>
          <a:bodyPr/>
          <a:lstStyle/>
          <a:p>
            <a:r>
              <a:rPr lang="en-US" noProof="0"/>
              <a:t>Communication Department</a:t>
            </a:r>
            <a:endParaRPr lang="en-US" b="0" noProof="0"/>
          </a:p>
        </p:txBody>
      </p:sp>
      <p:sp>
        <p:nvSpPr>
          <p:cNvPr id="8" name="Espace réservé du numéro de diapositive 7">
            <a:extLst>
              <a:ext uri="{FF2B5EF4-FFF2-40B4-BE49-F238E27FC236}">
                <a16:creationId xmlns:a16="http://schemas.microsoft.com/office/drawing/2014/main" id="{257223AC-9555-4A04-BCAD-D73603C5E654}"/>
              </a:ext>
            </a:extLst>
          </p:cNvPr>
          <p:cNvSpPr>
            <a:spLocks noGrp="1"/>
          </p:cNvSpPr>
          <p:nvPr>
            <p:ph type="sldNum" sz="quarter" idx="17"/>
          </p:nvPr>
        </p:nvSpPr>
        <p:spPr/>
        <p:txBody>
          <a:bodyPr/>
          <a:lstStyle/>
          <a:p>
            <a:fld id="{975A587B-5814-4D9B-9598-FE9CB954CB01}" type="slidenum">
              <a:rPr lang="en-US" noProof="0" smtClean="0"/>
              <a:pPr/>
              <a:t>‹#›</a:t>
            </a:fld>
            <a:endParaRPr lang="en-US" b="0" noProof="0"/>
          </a:p>
        </p:txBody>
      </p:sp>
      <p:sp>
        <p:nvSpPr>
          <p:cNvPr id="12" name="Espace réservé pour une image  33">
            <a:extLst>
              <a:ext uri="{FF2B5EF4-FFF2-40B4-BE49-F238E27FC236}">
                <a16:creationId xmlns:a16="http://schemas.microsoft.com/office/drawing/2014/main" id="{895E04EA-65C6-4AA2-8F1E-9A4E11C6614A}"/>
              </a:ext>
            </a:extLst>
          </p:cNvPr>
          <p:cNvSpPr>
            <a:spLocks noGrp="1"/>
          </p:cNvSpPr>
          <p:nvPr>
            <p:ph type="pic" idx="14" hasCustomPrompt="1"/>
          </p:nvPr>
        </p:nvSpPr>
        <p:spPr>
          <a:xfrm>
            <a:off x="643890" y="1128410"/>
            <a:ext cx="5454000" cy="5039202"/>
          </a:xfrm>
          <a:prstGeom prst="rect">
            <a:avLst/>
          </a:prstGeom>
          <a:noFill/>
          <a:ln w="3175">
            <a:noFill/>
          </a:ln>
        </p:spPr>
        <p:txBody>
          <a:bodyPr wrap="square" anchor="ctr">
            <a:noAutofit/>
          </a:bodyPr>
          <a:lstStyle>
            <a:lvl1pPr marL="0" indent="0" algn="ctr">
              <a:buNone/>
              <a:defRPr sz="1200" b="0" cap="none" baseline="0">
                <a:solidFill>
                  <a:schemeClr val="tx2"/>
                </a:solidFill>
              </a:defRPr>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US" noProof="0"/>
              <a:t>Photo</a:t>
            </a:r>
          </a:p>
        </p:txBody>
      </p:sp>
      <p:sp>
        <p:nvSpPr>
          <p:cNvPr id="15" name="Titre 14">
            <a:extLst>
              <a:ext uri="{FF2B5EF4-FFF2-40B4-BE49-F238E27FC236}">
                <a16:creationId xmlns:a16="http://schemas.microsoft.com/office/drawing/2014/main" id="{135F8181-64D0-4B6F-93D7-8C10D48D5CD1}"/>
              </a:ext>
            </a:extLst>
          </p:cNvPr>
          <p:cNvSpPr>
            <a:spLocks noGrp="1"/>
          </p:cNvSpPr>
          <p:nvPr>
            <p:ph type="title" hasCustomPrompt="1"/>
          </p:nvPr>
        </p:nvSpPr>
        <p:spPr>
          <a:xfrm>
            <a:off x="6094800" y="1128410"/>
            <a:ext cx="5500800" cy="5039202"/>
          </a:xfrm>
          <a:custGeom>
            <a:avLst/>
            <a:gdLst>
              <a:gd name="connsiteX0" fmla="*/ 0 w 5500800"/>
              <a:gd name="connsiteY0" fmla="*/ 0 h 5039202"/>
              <a:gd name="connsiteX1" fmla="*/ 5500800 w 5500800"/>
              <a:gd name="connsiteY1" fmla="*/ 0 h 5039202"/>
              <a:gd name="connsiteX2" fmla="*/ 5500800 w 5500800"/>
              <a:gd name="connsiteY2" fmla="*/ 5039202 h 5039202"/>
              <a:gd name="connsiteX3" fmla="*/ 0 w 5500800"/>
              <a:gd name="connsiteY3" fmla="*/ 5039202 h 5039202"/>
            </a:gdLst>
            <a:ahLst/>
            <a:cxnLst>
              <a:cxn ang="0">
                <a:pos x="connsiteX0" y="connsiteY0"/>
              </a:cxn>
              <a:cxn ang="0">
                <a:pos x="connsiteX1" y="connsiteY1"/>
              </a:cxn>
              <a:cxn ang="0">
                <a:pos x="connsiteX2" y="connsiteY2"/>
              </a:cxn>
              <a:cxn ang="0">
                <a:pos x="connsiteX3" y="connsiteY3"/>
              </a:cxn>
            </a:cxnLst>
            <a:rect l="l" t="t" r="r" b="b"/>
            <a:pathLst>
              <a:path w="5500800" h="5039202">
                <a:moveTo>
                  <a:pt x="0" y="0"/>
                </a:moveTo>
                <a:lnTo>
                  <a:pt x="5500800" y="0"/>
                </a:lnTo>
                <a:lnTo>
                  <a:pt x="5500800" y="5039202"/>
                </a:lnTo>
                <a:lnTo>
                  <a:pt x="0" y="5039202"/>
                </a:lnTo>
                <a:close/>
              </a:path>
            </a:pathLst>
          </a:custGeom>
          <a:solidFill>
            <a:schemeClr val="tx2"/>
          </a:solidFill>
        </p:spPr>
        <p:txBody>
          <a:bodyPr wrap="square" lIns="648000" tIns="360000" rIns="360000" bIns="360000" anchor="ctr">
            <a:noAutofit/>
          </a:bodyPr>
          <a:lstStyle>
            <a:lvl1pPr>
              <a:defRPr sz="2400">
                <a:solidFill>
                  <a:schemeClr val="bg1"/>
                </a:solidFill>
              </a:defRPr>
            </a:lvl1pPr>
          </a:lstStyle>
          <a:p>
            <a:r>
              <a:rPr lang="en-US" noProof="0"/>
              <a:t>Click to edit Master title style</a:t>
            </a:r>
          </a:p>
        </p:txBody>
      </p:sp>
      <p:sp>
        <p:nvSpPr>
          <p:cNvPr id="13" name="Espace réservé du texte 12">
            <a:extLst>
              <a:ext uri="{FF2B5EF4-FFF2-40B4-BE49-F238E27FC236}">
                <a16:creationId xmlns:a16="http://schemas.microsoft.com/office/drawing/2014/main" id="{33CC8265-43A8-4733-994F-26FC35CA74D4}"/>
              </a:ext>
            </a:extLst>
          </p:cNvPr>
          <p:cNvSpPr>
            <a:spLocks noGrp="1"/>
          </p:cNvSpPr>
          <p:nvPr>
            <p:ph type="body" sz="quarter" idx="18" hasCustomPrompt="1"/>
          </p:nvPr>
        </p:nvSpPr>
        <p:spPr>
          <a:xfrm rot="5400000">
            <a:off x="5475816" y="3525796"/>
            <a:ext cx="1500865" cy="286749"/>
          </a:xfrm>
          <a:custGeom>
            <a:avLst/>
            <a:gdLst>
              <a:gd name="connsiteX0" fmla="*/ 21781 w 1682584"/>
              <a:gd name="connsiteY0" fmla="*/ 278191 h 321468"/>
              <a:gd name="connsiteX1" fmla="*/ 43562 w 1682584"/>
              <a:gd name="connsiteY1" fmla="*/ 299829 h 321468"/>
              <a:gd name="connsiteX2" fmla="*/ 21781 w 1682584"/>
              <a:gd name="connsiteY2" fmla="*/ 321467 h 321468"/>
              <a:gd name="connsiteX3" fmla="*/ 0 w 1682584"/>
              <a:gd name="connsiteY3" fmla="*/ 299829 h 321468"/>
              <a:gd name="connsiteX4" fmla="*/ 21781 w 1682584"/>
              <a:gd name="connsiteY4" fmla="*/ 278191 h 321468"/>
              <a:gd name="connsiteX5" fmla="*/ 1659441 w 1682584"/>
              <a:gd name="connsiteY5" fmla="*/ 274986 h 321468"/>
              <a:gd name="connsiteX6" fmla="*/ 1682584 w 1682584"/>
              <a:gd name="connsiteY6" fmla="*/ 298227 h 321468"/>
              <a:gd name="connsiteX7" fmla="*/ 1659441 w 1682584"/>
              <a:gd name="connsiteY7" fmla="*/ 321468 h 321468"/>
              <a:gd name="connsiteX8" fmla="*/ 1636298 w 1682584"/>
              <a:gd name="connsiteY8" fmla="*/ 298227 h 321468"/>
              <a:gd name="connsiteX9" fmla="*/ 1659441 w 1682584"/>
              <a:gd name="connsiteY9" fmla="*/ 274986 h 321468"/>
              <a:gd name="connsiteX10" fmla="*/ 197391 w 1682584"/>
              <a:gd name="connsiteY10" fmla="*/ 263766 h 321468"/>
              <a:gd name="connsiteX11" fmla="*/ 225979 w 1682584"/>
              <a:gd name="connsiteY11" fmla="*/ 292617 h 321468"/>
              <a:gd name="connsiteX12" fmla="*/ 197391 w 1682584"/>
              <a:gd name="connsiteY12" fmla="*/ 321468 h 321468"/>
              <a:gd name="connsiteX13" fmla="*/ 168803 w 1682584"/>
              <a:gd name="connsiteY13" fmla="*/ 292617 h 321468"/>
              <a:gd name="connsiteX14" fmla="*/ 197391 w 1682584"/>
              <a:gd name="connsiteY14" fmla="*/ 263766 h 321468"/>
              <a:gd name="connsiteX15" fmla="*/ 1453881 w 1682584"/>
              <a:gd name="connsiteY15" fmla="*/ 255752 h 321468"/>
              <a:gd name="connsiteX16" fmla="*/ 1486553 w 1682584"/>
              <a:gd name="connsiteY16" fmla="*/ 288610 h 321468"/>
              <a:gd name="connsiteX17" fmla="*/ 1453881 w 1682584"/>
              <a:gd name="connsiteY17" fmla="*/ 321468 h 321468"/>
              <a:gd name="connsiteX18" fmla="*/ 1421209 w 1682584"/>
              <a:gd name="connsiteY18" fmla="*/ 288610 h 321468"/>
              <a:gd name="connsiteX19" fmla="*/ 1453881 w 1682584"/>
              <a:gd name="connsiteY19" fmla="*/ 255752 h 321468"/>
              <a:gd name="connsiteX20" fmla="*/ 1261936 w 1682584"/>
              <a:gd name="connsiteY20" fmla="*/ 236519 h 321468"/>
              <a:gd name="connsiteX21" fmla="*/ 1304137 w 1682584"/>
              <a:gd name="connsiteY21" fmla="*/ 278993 h 321468"/>
              <a:gd name="connsiteX22" fmla="*/ 1261936 w 1682584"/>
              <a:gd name="connsiteY22" fmla="*/ 321467 h 321468"/>
              <a:gd name="connsiteX23" fmla="*/ 1219735 w 1682584"/>
              <a:gd name="connsiteY23" fmla="*/ 278993 h 321468"/>
              <a:gd name="connsiteX24" fmla="*/ 1261936 w 1682584"/>
              <a:gd name="connsiteY24" fmla="*/ 236519 h 321468"/>
              <a:gd name="connsiteX25" fmla="*/ 374361 w 1682584"/>
              <a:gd name="connsiteY25" fmla="*/ 236519 h 321468"/>
              <a:gd name="connsiteX26" fmla="*/ 416562 w 1682584"/>
              <a:gd name="connsiteY26" fmla="*/ 278993 h 321468"/>
              <a:gd name="connsiteX27" fmla="*/ 374361 w 1682584"/>
              <a:gd name="connsiteY27" fmla="*/ 321467 h 321468"/>
              <a:gd name="connsiteX28" fmla="*/ 332160 w 1682584"/>
              <a:gd name="connsiteY28" fmla="*/ 278993 h 321468"/>
              <a:gd name="connsiteX29" fmla="*/ 374361 w 1682584"/>
              <a:gd name="connsiteY29" fmla="*/ 236519 h 321468"/>
              <a:gd name="connsiteX30" fmla="*/ 722858 w 1682584"/>
              <a:gd name="connsiteY30" fmla="*/ 231710 h 321468"/>
              <a:gd name="connsiteX31" fmla="*/ 767782 w 1682584"/>
              <a:gd name="connsiteY31" fmla="*/ 276589 h 321468"/>
              <a:gd name="connsiteX32" fmla="*/ 722858 w 1682584"/>
              <a:gd name="connsiteY32" fmla="*/ 321468 h 321468"/>
              <a:gd name="connsiteX33" fmla="*/ 677934 w 1682584"/>
              <a:gd name="connsiteY33" fmla="*/ 276589 h 321468"/>
              <a:gd name="connsiteX34" fmla="*/ 722858 w 1682584"/>
              <a:gd name="connsiteY34" fmla="*/ 231710 h 321468"/>
              <a:gd name="connsiteX35" fmla="*/ 1072714 w 1682584"/>
              <a:gd name="connsiteY35" fmla="*/ 223696 h 321468"/>
              <a:gd name="connsiteX36" fmla="*/ 1121721 w 1682584"/>
              <a:gd name="connsiteY36" fmla="*/ 272582 h 321468"/>
              <a:gd name="connsiteX37" fmla="*/ 1072714 w 1682584"/>
              <a:gd name="connsiteY37" fmla="*/ 321468 h 321468"/>
              <a:gd name="connsiteX38" fmla="*/ 1023707 w 1682584"/>
              <a:gd name="connsiteY38" fmla="*/ 272582 h 321468"/>
              <a:gd name="connsiteX39" fmla="*/ 1072714 w 1682584"/>
              <a:gd name="connsiteY39" fmla="*/ 223696 h 321468"/>
              <a:gd name="connsiteX40" fmla="*/ 895744 w 1682584"/>
              <a:gd name="connsiteY40" fmla="*/ 223696 h 321468"/>
              <a:gd name="connsiteX41" fmla="*/ 944751 w 1682584"/>
              <a:gd name="connsiteY41" fmla="*/ 272582 h 321468"/>
              <a:gd name="connsiteX42" fmla="*/ 895744 w 1682584"/>
              <a:gd name="connsiteY42" fmla="*/ 321468 h 321468"/>
              <a:gd name="connsiteX43" fmla="*/ 846737 w 1682584"/>
              <a:gd name="connsiteY43" fmla="*/ 272582 h 321468"/>
              <a:gd name="connsiteX44" fmla="*/ 895744 w 1682584"/>
              <a:gd name="connsiteY44" fmla="*/ 223696 h 321468"/>
              <a:gd name="connsiteX45" fmla="*/ 549970 w 1682584"/>
              <a:gd name="connsiteY45" fmla="*/ 223696 h 321468"/>
              <a:gd name="connsiteX46" fmla="*/ 598977 w 1682584"/>
              <a:gd name="connsiteY46" fmla="*/ 272582 h 321468"/>
              <a:gd name="connsiteX47" fmla="*/ 549970 w 1682584"/>
              <a:gd name="connsiteY47" fmla="*/ 321468 h 321468"/>
              <a:gd name="connsiteX48" fmla="*/ 500963 w 1682584"/>
              <a:gd name="connsiteY48" fmla="*/ 272582 h 321468"/>
              <a:gd name="connsiteX49" fmla="*/ 549970 w 1682584"/>
              <a:gd name="connsiteY49" fmla="*/ 223696 h 321468"/>
              <a:gd name="connsiteX50" fmla="*/ 1161617 w 1682584"/>
              <a:gd name="connsiteY50" fmla="*/ 130686 h 321468"/>
              <a:gd name="connsiteX51" fmla="*/ 1182454 w 1682584"/>
              <a:gd name="connsiteY51" fmla="*/ 151106 h 321468"/>
              <a:gd name="connsiteX52" fmla="*/ 1161617 w 1682584"/>
              <a:gd name="connsiteY52" fmla="*/ 171526 h 321468"/>
              <a:gd name="connsiteX53" fmla="*/ 1140780 w 1682584"/>
              <a:gd name="connsiteY53" fmla="*/ 151106 h 321468"/>
              <a:gd name="connsiteX54" fmla="*/ 1161617 w 1682584"/>
              <a:gd name="connsiteY54" fmla="*/ 130686 h 321468"/>
              <a:gd name="connsiteX55" fmla="*/ 456457 w 1682584"/>
              <a:gd name="connsiteY55" fmla="*/ 130686 h 321468"/>
              <a:gd name="connsiteX56" fmla="*/ 477294 w 1682584"/>
              <a:gd name="connsiteY56" fmla="*/ 151106 h 321468"/>
              <a:gd name="connsiteX57" fmla="*/ 456457 w 1682584"/>
              <a:gd name="connsiteY57" fmla="*/ 171526 h 321468"/>
              <a:gd name="connsiteX58" fmla="*/ 435620 w 1682584"/>
              <a:gd name="connsiteY58" fmla="*/ 151106 h 321468"/>
              <a:gd name="connsiteX59" fmla="*/ 456457 w 1682584"/>
              <a:gd name="connsiteY59" fmla="*/ 130686 h 321468"/>
              <a:gd name="connsiteX60" fmla="*/ 980145 w 1682584"/>
              <a:gd name="connsiteY60" fmla="*/ 100738 h 321468"/>
              <a:gd name="connsiteX61" fmla="*/ 1015539 w 1682584"/>
              <a:gd name="connsiteY61" fmla="*/ 136132 h 321468"/>
              <a:gd name="connsiteX62" fmla="*/ 980145 w 1682584"/>
              <a:gd name="connsiteY62" fmla="*/ 171526 h 321468"/>
              <a:gd name="connsiteX63" fmla="*/ 944751 w 1682584"/>
              <a:gd name="connsiteY63" fmla="*/ 136132 h 321468"/>
              <a:gd name="connsiteX64" fmla="*/ 980145 w 1682584"/>
              <a:gd name="connsiteY64" fmla="*/ 100738 h 321468"/>
              <a:gd name="connsiteX65" fmla="*/ 803042 w 1682584"/>
              <a:gd name="connsiteY65" fmla="*/ 100738 h 321468"/>
              <a:gd name="connsiteX66" fmla="*/ 838304 w 1682584"/>
              <a:gd name="connsiteY66" fmla="*/ 136132 h 321468"/>
              <a:gd name="connsiteX67" fmla="*/ 803042 w 1682584"/>
              <a:gd name="connsiteY67" fmla="*/ 171526 h 321468"/>
              <a:gd name="connsiteX68" fmla="*/ 767780 w 1682584"/>
              <a:gd name="connsiteY68" fmla="*/ 136132 h 321468"/>
              <a:gd name="connsiteX69" fmla="*/ 803042 w 1682584"/>
              <a:gd name="connsiteY69" fmla="*/ 100738 h 321468"/>
              <a:gd name="connsiteX70" fmla="*/ 634239 w 1682584"/>
              <a:gd name="connsiteY70" fmla="*/ 100738 h 321468"/>
              <a:gd name="connsiteX71" fmla="*/ 669501 w 1682584"/>
              <a:gd name="connsiteY71" fmla="*/ 136132 h 321468"/>
              <a:gd name="connsiteX72" fmla="*/ 634239 w 1682584"/>
              <a:gd name="connsiteY72" fmla="*/ 171526 h 321468"/>
              <a:gd name="connsiteX73" fmla="*/ 598977 w 1682584"/>
              <a:gd name="connsiteY73" fmla="*/ 136132 h 321468"/>
              <a:gd name="connsiteX74" fmla="*/ 634239 w 1682584"/>
              <a:gd name="connsiteY74" fmla="*/ 100738 h 321468"/>
              <a:gd name="connsiteX75" fmla="*/ 898467 w 1682584"/>
              <a:gd name="connsiteY75" fmla="*/ 0 h 321468"/>
              <a:gd name="connsiteX76" fmla="*/ 917526 w 1682584"/>
              <a:gd name="connsiteY76" fmla="*/ 19234 h 321468"/>
              <a:gd name="connsiteX77" fmla="*/ 898467 w 1682584"/>
              <a:gd name="connsiteY77" fmla="*/ 38468 h 321468"/>
              <a:gd name="connsiteX78" fmla="*/ 879408 w 1682584"/>
              <a:gd name="connsiteY78" fmla="*/ 19234 h 321468"/>
              <a:gd name="connsiteX79" fmla="*/ 898467 w 1682584"/>
              <a:gd name="connsiteY79" fmla="*/ 0 h 321468"/>
              <a:gd name="connsiteX80" fmla="*/ 716051 w 1682584"/>
              <a:gd name="connsiteY80" fmla="*/ 0 h 321468"/>
              <a:gd name="connsiteX81" fmla="*/ 735110 w 1682584"/>
              <a:gd name="connsiteY81" fmla="*/ 19234 h 321468"/>
              <a:gd name="connsiteX82" fmla="*/ 716051 w 1682584"/>
              <a:gd name="connsiteY82" fmla="*/ 38468 h 321468"/>
              <a:gd name="connsiteX83" fmla="*/ 696992 w 1682584"/>
              <a:gd name="connsiteY83" fmla="*/ 19234 h 321468"/>
              <a:gd name="connsiteX84" fmla="*/ 716051 w 1682584"/>
              <a:gd name="connsiteY84" fmla="*/ 0 h 3214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Lst>
            <a:rect l="l" t="t" r="r" b="b"/>
            <a:pathLst>
              <a:path w="1682584" h="321468">
                <a:moveTo>
                  <a:pt x="21781" y="278191"/>
                </a:moveTo>
                <a:cubicBezTo>
                  <a:pt x="33810" y="278191"/>
                  <a:pt x="43562" y="287879"/>
                  <a:pt x="43562" y="299829"/>
                </a:cubicBezTo>
                <a:cubicBezTo>
                  <a:pt x="43562" y="311779"/>
                  <a:pt x="33810" y="321467"/>
                  <a:pt x="21781" y="321467"/>
                </a:cubicBezTo>
                <a:cubicBezTo>
                  <a:pt x="9752" y="321467"/>
                  <a:pt x="0" y="311779"/>
                  <a:pt x="0" y="299829"/>
                </a:cubicBezTo>
                <a:cubicBezTo>
                  <a:pt x="0" y="287879"/>
                  <a:pt x="9752" y="278191"/>
                  <a:pt x="21781" y="278191"/>
                </a:cubicBezTo>
                <a:close/>
                <a:moveTo>
                  <a:pt x="1659441" y="274986"/>
                </a:moveTo>
                <a:cubicBezTo>
                  <a:pt x="1672223" y="274986"/>
                  <a:pt x="1682584" y="285391"/>
                  <a:pt x="1682584" y="298227"/>
                </a:cubicBezTo>
                <a:cubicBezTo>
                  <a:pt x="1682584" y="311063"/>
                  <a:pt x="1672223" y="321468"/>
                  <a:pt x="1659441" y="321468"/>
                </a:cubicBezTo>
                <a:cubicBezTo>
                  <a:pt x="1646659" y="321468"/>
                  <a:pt x="1636298" y="311063"/>
                  <a:pt x="1636298" y="298227"/>
                </a:cubicBezTo>
                <a:cubicBezTo>
                  <a:pt x="1636298" y="285391"/>
                  <a:pt x="1646659" y="274986"/>
                  <a:pt x="1659441" y="274986"/>
                </a:cubicBezTo>
                <a:close/>
                <a:moveTo>
                  <a:pt x="197391" y="263766"/>
                </a:moveTo>
                <a:cubicBezTo>
                  <a:pt x="213180" y="263766"/>
                  <a:pt x="225979" y="276683"/>
                  <a:pt x="225979" y="292617"/>
                </a:cubicBezTo>
                <a:cubicBezTo>
                  <a:pt x="225979" y="308551"/>
                  <a:pt x="213180" y="321468"/>
                  <a:pt x="197391" y="321468"/>
                </a:cubicBezTo>
                <a:cubicBezTo>
                  <a:pt x="181602" y="321468"/>
                  <a:pt x="168803" y="308551"/>
                  <a:pt x="168803" y="292617"/>
                </a:cubicBezTo>
                <a:cubicBezTo>
                  <a:pt x="168803" y="276683"/>
                  <a:pt x="181602" y="263766"/>
                  <a:pt x="197391" y="263766"/>
                </a:cubicBezTo>
                <a:close/>
                <a:moveTo>
                  <a:pt x="1453881" y="255752"/>
                </a:moveTo>
                <a:cubicBezTo>
                  <a:pt x="1471925" y="255752"/>
                  <a:pt x="1486553" y="270463"/>
                  <a:pt x="1486553" y="288610"/>
                </a:cubicBezTo>
                <a:cubicBezTo>
                  <a:pt x="1486553" y="306757"/>
                  <a:pt x="1471925" y="321468"/>
                  <a:pt x="1453881" y="321468"/>
                </a:cubicBezTo>
                <a:cubicBezTo>
                  <a:pt x="1435837" y="321468"/>
                  <a:pt x="1421209" y="306757"/>
                  <a:pt x="1421209" y="288610"/>
                </a:cubicBezTo>
                <a:cubicBezTo>
                  <a:pt x="1421209" y="270463"/>
                  <a:pt x="1435837" y="255752"/>
                  <a:pt x="1453881" y="255752"/>
                </a:cubicBezTo>
                <a:close/>
                <a:moveTo>
                  <a:pt x="1261936" y="236519"/>
                </a:moveTo>
                <a:cubicBezTo>
                  <a:pt x="1285243" y="236519"/>
                  <a:pt x="1304137" y="255535"/>
                  <a:pt x="1304137" y="278993"/>
                </a:cubicBezTo>
                <a:cubicBezTo>
                  <a:pt x="1304137" y="302451"/>
                  <a:pt x="1285243" y="321467"/>
                  <a:pt x="1261936" y="321467"/>
                </a:cubicBezTo>
                <a:cubicBezTo>
                  <a:pt x="1238629" y="321467"/>
                  <a:pt x="1219735" y="302451"/>
                  <a:pt x="1219735" y="278993"/>
                </a:cubicBezTo>
                <a:cubicBezTo>
                  <a:pt x="1219735" y="255535"/>
                  <a:pt x="1238629" y="236519"/>
                  <a:pt x="1261936" y="236519"/>
                </a:cubicBezTo>
                <a:close/>
                <a:moveTo>
                  <a:pt x="374361" y="236519"/>
                </a:moveTo>
                <a:cubicBezTo>
                  <a:pt x="397668" y="236519"/>
                  <a:pt x="416562" y="255535"/>
                  <a:pt x="416562" y="278993"/>
                </a:cubicBezTo>
                <a:cubicBezTo>
                  <a:pt x="416562" y="302451"/>
                  <a:pt x="397668" y="321467"/>
                  <a:pt x="374361" y="321467"/>
                </a:cubicBezTo>
                <a:cubicBezTo>
                  <a:pt x="351054" y="321467"/>
                  <a:pt x="332160" y="302451"/>
                  <a:pt x="332160" y="278993"/>
                </a:cubicBezTo>
                <a:cubicBezTo>
                  <a:pt x="332160" y="255535"/>
                  <a:pt x="351054" y="236519"/>
                  <a:pt x="374361" y="236519"/>
                </a:cubicBezTo>
                <a:close/>
                <a:moveTo>
                  <a:pt x="722858" y="231710"/>
                </a:moveTo>
                <a:cubicBezTo>
                  <a:pt x="747669" y="231710"/>
                  <a:pt x="767782" y="251803"/>
                  <a:pt x="767782" y="276589"/>
                </a:cubicBezTo>
                <a:cubicBezTo>
                  <a:pt x="767782" y="301375"/>
                  <a:pt x="747669" y="321468"/>
                  <a:pt x="722858" y="321468"/>
                </a:cubicBezTo>
                <a:cubicBezTo>
                  <a:pt x="698047" y="321468"/>
                  <a:pt x="677934" y="301375"/>
                  <a:pt x="677934" y="276589"/>
                </a:cubicBezTo>
                <a:cubicBezTo>
                  <a:pt x="677934" y="251803"/>
                  <a:pt x="698047" y="231710"/>
                  <a:pt x="722858" y="231710"/>
                </a:cubicBezTo>
                <a:close/>
                <a:moveTo>
                  <a:pt x="1072714" y="223696"/>
                </a:moveTo>
                <a:cubicBezTo>
                  <a:pt x="1099780" y="223696"/>
                  <a:pt x="1121721" y="245583"/>
                  <a:pt x="1121721" y="272582"/>
                </a:cubicBezTo>
                <a:cubicBezTo>
                  <a:pt x="1121721" y="299581"/>
                  <a:pt x="1099780" y="321468"/>
                  <a:pt x="1072714" y="321468"/>
                </a:cubicBezTo>
                <a:cubicBezTo>
                  <a:pt x="1045648" y="321468"/>
                  <a:pt x="1023707" y="299581"/>
                  <a:pt x="1023707" y="272582"/>
                </a:cubicBezTo>
                <a:cubicBezTo>
                  <a:pt x="1023707" y="245583"/>
                  <a:pt x="1045648" y="223696"/>
                  <a:pt x="1072714" y="223696"/>
                </a:cubicBezTo>
                <a:close/>
                <a:moveTo>
                  <a:pt x="895744" y="223696"/>
                </a:moveTo>
                <a:cubicBezTo>
                  <a:pt x="922810" y="223696"/>
                  <a:pt x="944751" y="245583"/>
                  <a:pt x="944751" y="272582"/>
                </a:cubicBezTo>
                <a:cubicBezTo>
                  <a:pt x="944751" y="299581"/>
                  <a:pt x="922810" y="321468"/>
                  <a:pt x="895744" y="321468"/>
                </a:cubicBezTo>
                <a:cubicBezTo>
                  <a:pt x="868678" y="321468"/>
                  <a:pt x="846737" y="299581"/>
                  <a:pt x="846737" y="272582"/>
                </a:cubicBezTo>
                <a:cubicBezTo>
                  <a:pt x="846737" y="245583"/>
                  <a:pt x="868678" y="223696"/>
                  <a:pt x="895744" y="223696"/>
                </a:cubicBezTo>
                <a:close/>
                <a:moveTo>
                  <a:pt x="549970" y="223696"/>
                </a:moveTo>
                <a:cubicBezTo>
                  <a:pt x="577036" y="223696"/>
                  <a:pt x="598977" y="245583"/>
                  <a:pt x="598977" y="272582"/>
                </a:cubicBezTo>
                <a:cubicBezTo>
                  <a:pt x="598977" y="299581"/>
                  <a:pt x="577036" y="321468"/>
                  <a:pt x="549970" y="321468"/>
                </a:cubicBezTo>
                <a:cubicBezTo>
                  <a:pt x="522904" y="321468"/>
                  <a:pt x="500963" y="299581"/>
                  <a:pt x="500963" y="272582"/>
                </a:cubicBezTo>
                <a:cubicBezTo>
                  <a:pt x="500963" y="245583"/>
                  <a:pt x="522904" y="223696"/>
                  <a:pt x="549970" y="223696"/>
                </a:cubicBezTo>
                <a:close/>
                <a:moveTo>
                  <a:pt x="1161617" y="130686"/>
                </a:moveTo>
                <a:cubicBezTo>
                  <a:pt x="1173125" y="130686"/>
                  <a:pt x="1182454" y="139828"/>
                  <a:pt x="1182454" y="151106"/>
                </a:cubicBezTo>
                <a:cubicBezTo>
                  <a:pt x="1182454" y="162384"/>
                  <a:pt x="1173125" y="171526"/>
                  <a:pt x="1161617" y="171526"/>
                </a:cubicBezTo>
                <a:cubicBezTo>
                  <a:pt x="1150109" y="171526"/>
                  <a:pt x="1140780" y="162384"/>
                  <a:pt x="1140780" y="151106"/>
                </a:cubicBezTo>
                <a:cubicBezTo>
                  <a:pt x="1140780" y="139828"/>
                  <a:pt x="1150109" y="130686"/>
                  <a:pt x="1161617" y="130686"/>
                </a:cubicBezTo>
                <a:close/>
                <a:moveTo>
                  <a:pt x="456457" y="130686"/>
                </a:moveTo>
                <a:cubicBezTo>
                  <a:pt x="467965" y="130686"/>
                  <a:pt x="477294" y="139828"/>
                  <a:pt x="477294" y="151106"/>
                </a:cubicBezTo>
                <a:cubicBezTo>
                  <a:pt x="477294" y="162384"/>
                  <a:pt x="467965" y="171526"/>
                  <a:pt x="456457" y="171526"/>
                </a:cubicBezTo>
                <a:cubicBezTo>
                  <a:pt x="444949" y="171526"/>
                  <a:pt x="435620" y="162384"/>
                  <a:pt x="435620" y="151106"/>
                </a:cubicBezTo>
                <a:cubicBezTo>
                  <a:pt x="435620" y="139828"/>
                  <a:pt x="444949" y="130686"/>
                  <a:pt x="456457" y="130686"/>
                </a:cubicBezTo>
                <a:close/>
                <a:moveTo>
                  <a:pt x="980145" y="100738"/>
                </a:moveTo>
                <a:cubicBezTo>
                  <a:pt x="999693" y="100738"/>
                  <a:pt x="1015539" y="116584"/>
                  <a:pt x="1015539" y="136132"/>
                </a:cubicBezTo>
                <a:cubicBezTo>
                  <a:pt x="1015539" y="155680"/>
                  <a:pt x="999693" y="171526"/>
                  <a:pt x="980145" y="171526"/>
                </a:cubicBezTo>
                <a:cubicBezTo>
                  <a:pt x="960597" y="171526"/>
                  <a:pt x="944751" y="155680"/>
                  <a:pt x="944751" y="136132"/>
                </a:cubicBezTo>
                <a:cubicBezTo>
                  <a:pt x="944751" y="116584"/>
                  <a:pt x="960597" y="100738"/>
                  <a:pt x="980145" y="100738"/>
                </a:cubicBezTo>
                <a:close/>
                <a:moveTo>
                  <a:pt x="803042" y="100738"/>
                </a:moveTo>
                <a:cubicBezTo>
                  <a:pt x="822517" y="100738"/>
                  <a:pt x="838304" y="116584"/>
                  <a:pt x="838304" y="136132"/>
                </a:cubicBezTo>
                <a:cubicBezTo>
                  <a:pt x="838304" y="155680"/>
                  <a:pt x="822517" y="171526"/>
                  <a:pt x="803042" y="171526"/>
                </a:cubicBezTo>
                <a:cubicBezTo>
                  <a:pt x="783567" y="171526"/>
                  <a:pt x="767780" y="155680"/>
                  <a:pt x="767780" y="136132"/>
                </a:cubicBezTo>
                <a:cubicBezTo>
                  <a:pt x="767780" y="116584"/>
                  <a:pt x="783567" y="100738"/>
                  <a:pt x="803042" y="100738"/>
                </a:cubicBezTo>
                <a:close/>
                <a:moveTo>
                  <a:pt x="634239" y="100738"/>
                </a:moveTo>
                <a:cubicBezTo>
                  <a:pt x="653714" y="100738"/>
                  <a:pt x="669501" y="116584"/>
                  <a:pt x="669501" y="136132"/>
                </a:cubicBezTo>
                <a:cubicBezTo>
                  <a:pt x="669501" y="155680"/>
                  <a:pt x="653714" y="171526"/>
                  <a:pt x="634239" y="171526"/>
                </a:cubicBezTo>
                <a:cubicBezTo>
                  <a:pt x="614764" y="171526"/>
                  <a:pt x="598977" y="155680"/>
                  <a:pt x="598977" y="136132"/>
                </a:cubicBezTo>
                <a:cubicBezTo>
                  <a:pt x="598977" y="116584"/>
                  <a:pt x="614764" y="100738"/>
                  <a:pt x="634239" y="100738"/>
                </a:cubicBezTo>
                <a:close/>
                <a:moveTo>
                  <a:pt x="898467" y="0"/>
                </a:moveTo>
                <a:cubicBezTo>
                  <a:pt x="908993" y="0"/>
                  <a:pt x="917526" y="8611"/>
                  <a:pt x="917526" y="19234"/>
                </a:cubicBezTo>
                <a:cubicBezTo>
                  <a:pt x="917526" y="29857"/>
                  <a:pt x="908993" y="38468"/>
                  <a:pt x="898467" y="38468"/>
                </a:cubicBezTo>
                <a:cubicBezTo>
                  <a:pt x="887941" y="38468"/>
                  <a:pt x="879408" y="29857"/>
                  <a:pt x="879408" y="19234"/>
                </a:cubicBezTo>
                <a:cubicBezTo>
                  <a:pt x="879408" y="8611"/>
                  <a:pt x="887941" y="0"/>
                  <a:pt x="898467" y="0"/>
                </a:cubicBezTo>
                <a:close/>
                <a:moveTo>
                  <a:pt x="716051" y="0"/>
                </a:moveTo>
                <a:cubicBezTo>
                  <a:pt x="726577" y="0"/>
                  <a:pt x="735110" y="8611"/>
                  <a:pt x="735110" y="19234"/>
                </a:cubicBezTo>
                <a:cubicBezTo>
                  <a:pt x="735110" y="29857"/>
                  <a:pt x="726577" y="38468"/>
                  <a:pt x="716051" y="38468"/>
                </a:cubicBezTo>
                <a:cubicBezTo>
                  <a:pt x="705525" y="38468"/>
                  <a:pt x="696992" y="29857"/>
                  <a:pt x="696992" y="19234"/>
                </a:cubicBezTo>
                <a:cubicBezTo>
                  <a:pt x="696992" y="8611"/>
                  <a:pt x="705525" y="0"/>
                  <a:pt x="716051" y="0"/>
                </a:cubicBezTo>
                <a:close/>
              </a:path>
            </a:pathLst>
          </a:custGeom>
          <a:solidFill>
            <a:schemeClr val="tx2">
              <a:lumMod val="40000"/>
              <a:lumOff val="60000"/>
            </a:schemeClr>
          </a:solidFill>
          <a:ln w="3175">
            <a:noFill/>
          </a:ln>
        </p:spPr>
        <p:txBody>
          <a:bodyPr wrap="square">
            <a:noAutofit/>
          </a:bodyPr>
          <a:lstStyle/>
          <a:p>
            <a:pPr lvl="0"/>
            <a:r>
              <a:rPr lang="en-US" noProof="0"/>
              <a:t> </a:t>
            </a:r>
          </a:p>
        </p:txBody>
      </p:sp>
    </p:spTree>
    <p:extLst>
      <p:ext uri="{BB962C8B-B14F-4D97-AF65-F5344CB8AC3E}">
        <p14:creationId xmlns:p14="http://schemas.microsoft.com/office/powerpoint/2010/main" val="4216407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ext in 2 frames with 2 photos">
    <p:spTree>
      <p:nvGrpSpPr>
        <p:cNvPr id="1" name=""/>
        <p:cNvGrpSpPr/>
        <p:nvPr/>
      </p:nvGrpSpPr>
      <p:grpSpPr>
        <a:xfrm>
          <a:off x="0" y="0"/>
          <a:ext cx="0" cy="0"/>
          <a:chOff x="0" y="0"/>
          <a:chExt cx="0" cy="0"/>
        </a:xfrm>
      </p:grpSpPr>
      <p:sp>
        <p:nvSpPr>
          <p:cNvPr id="20" name="Espace réservé du texte 19">
            <a:extLst>
              <a:ext uri="{FF2B5EF4-FFF2-40B4-BE49-F238E27FC236}">
                <a16:creationId xmlns:a16="http://schemas.microsoft.com/office/drawing/2014/main" id="{230AACEC-8150-4E58-B999-2C8E63E1A3E0}"/>
              </a:ext>
            </a:extLst>
          </p:cNvPr>
          <p:cNvSpPr>
            <a:spLocks noGrp="1"/>
          </p:cNvSpPr>
          <p:nvPr>
            <p:ph type="body" sz="quarter" idx="13" hasCustomPrompt="1"/>
          </p:nvPr>
        </p:nvSpPr>
        <p:spPr>
          <a:xfrm>
            <a:off x="643890" y="1128409"/>
            <a:ext cx="5292090" cy="5039202"/>
          </a:xfrm>
          <a:custGeom>
            <a:avLst/>
            <a:gdLst>
              <a:gd name="connsiteX0" fmla="*/ 0 w 5292090"/>
              <a:gd name="connsiteY0" fmla="*/ 0 h 5039202"/>
              <a:gd name="connsiteX1" fmla="*/ 5292090 w 5292090"/>
              <a:gd name="connsiteY1" fmla="*/ 0 h 5039202"/>
              <a:gd name="connsiteX2" fmla="*/ 5292090 w 5292090"/>
              <a:gd name="connsiteY2" fmla="*/ 5039202 h 5039202"/>
              <a:gd name="connsiteX3" fmla="*/ 0 w 5292090"/>
              <a:gd name="connsiteY3" fmla="*/ 5039202 h 5039202"/>
            </a:gdLst>
            <a:ahLst/>
            <a:cxnLst>
              <a:cxn ang="0">
                <a:pos x="connsiteX0" y="connsiteY0"/>
              </a:cxn>
              <a:cxn ang="0">
                <a:pos x="connsiteX1" y="connsiteY1"/>
              </a:cxn>
              <a:cxn ang="0">
                <a:pos x="connsiteX2" y="connsiteY2"/>
              </a:cxn>
              <a:cxn ang="0">
                <a:pos x="connsiteX3" y="connsiteY3"/>
              </a:cxn>
            </a:cxnLst>
            <a:rect l="l" t="t" r="r" b="b"/>
            <a:pathLst>
              <a:path w="5292090" h="5039202">
                <a:moveTo>
                  <a:pt x="0" y="0"/>
                </a:moveTo>
                <a:lnTo>
                  <a:pt x="5292090" y="0"/>
                </a:lnTo>
                <a:lnTo>
                  <a:pt x="5292090" y="5039202"/>
                </a:lnTo>
                <a:lnTo>
                  <a:pt x="0" y="5039202"/>
                </a:lnTo>
                <a:close/>
              </a:path>
            </a:pathLst>
          </a:custGeom>
          <a:solidFill>
            <a:schemeClr val="tx2"/>
          </a:solidFill>
        </p:spPr>
        <p:txBody>
          <a:bodyPr wrap="square" lIns="360000" tIns="216000" rIns="360000" bIns="360000">
            <a:noAutofit/>
          </a:bodyPr>
          <a:lstStyle>
            <a:lvl1pPr>
              <a:defRPr sz="1900">
                <a:solidFill>
                  <a:schemeClr val="bg1"/>
                </a:solidFill>
              </a:defRPr>
            </a:lvl1pPr>
            <a:lvl2pPr>
              <a:defRPr sz="1900">
                <a:solidFill>
                  <a:schemeClr val="bg1"/>
                </a:solidFill>
              </a:defRPr>
            </a:lvl2pPr>
            <a:lvl3pPr>
              <a:defRPr sz="1500">
                <a:solidFill>
                  <a:schemeClr val="bg1"/>
                </a:solidFill>
              </a:defRPr>
            </a:lvl3pPr>
            <a:lvl4pPr>
              <a:defRPr sz="1300">
                <a:solidFill>
                  <a:schemeClr val="bg1"/>
                </a:solidFill>
              </a:defRPr>
            </a:lvl4pPr>
            <a:lvl5pPr>
              <a:defRPr sz="1300">
                <a:solidFill>
                  <a:schemeClr val="bg1"/>
                </a:solidFill>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7" name="Espace réservé du texte 16">
            <a:extLst>
              <a:ext uri="{FF2B5EF4-FFF2-40B4-BE49-F238E27FC236}">
                <a16:creationId xmlns:a16="http://schemas.microsoft.com/office/drawing/2014/main" id="{38D92F9C-9CF1-426A-9EA7-935D5427C4DA}"/>
              </a:ext>
            </a:extLst>
          </p:cNvPr>
          <p:cNvSpPr>
            <a:spLocks noGrp="1"/>
          </p:cNvSpPr>
          <p:nvPr>
            <p:ph type="body" idx="1" hasCustomPrompt="1"/>
          </p:nvPr>
        </p:nvSpPr>
        <p:spPr>
          <a:xfrm>
            <a:off x="1" y="449849"/>
            <a:ext cx="9683261" cy="335964"/>
          </a:xfrm>
          <a:custGeom>
            <a:avLst/>
            <a:gdLst>
              <a:gd name="connsiteX0" fmla="*/ 9609373 w 9683261"/>
              <a:gd name="connsiteY0" fmla="*/ 237817 h 335964"/>
              <a:gd name="connsiteX1" fmla="*/ 9632706 w 9683261"/>
              <a:gd name="connsiteY1" fmla="*/ 261358 h 335964"/>
              <a:gd name="connsiteX2" fmla="*/ 9609373 w 9683261"/>
              <a:gd name="connsiteY2" fmla="*/ 284899 h 335964"/>
              <a:gd name="connsiteX3" fmla="*/ 9586041 w 9683261"/>
              <a:gd name="connsiteY3" fmla="*/ 261358 h 335964"/>
              <a:gd name="connsiteX4" fmla="*/ 9609373 w 9683261"/>
              <a:gd name="connsiteY4" fmla="*/ 237817 h 335964"/>
              <a:gd name="connsiteX5" fmla="*/ 9669650 w 9683261"/>
              <a:gd name="connsiteY5" fmla="*/ 200069 h 335964"/>
              <a:gd name="connsiteX6" fmla="*/ 9683261 w 9683261"/>
              <a:gd name="connsiteY6" fmla="*/ 212909 h 335964"/>
              <a:gd name="connsiteX7" fmla="*/ 9669650 w 9683261"/>
              <a:gd name="connsiteY7" fmla="*/ 225749 h 335964"/>
              <a:gd name="connsiteX8" fmla="*/ 9656038 w 9683261"/>
              <a:gd name="connsiteY8" fmla="*/ 212909 h 335964"/>
              <a:gd name="connsiteX9" fmla="*/ 9669650 w 9683261"/>
              <a:gd name="connsiteY9" fmla="*/ 200069 h 335964"/>
              <a:gd name="connsiteX10" fmla="*/ 9609373 w 9683261"/>
              <a:gd name="connsiteY10" fmla="*/ 143445 h 335964"/>
              <a:gd name="connsiteX11" fmla="*/ 9632706 w 9683261"/>
              <a:gd name="connsiteY11" fmla="*/ 166987 h 335964"/>
              <a:gd name="connsiteX12" fmla="*/ 9609373 w 9683261"/>
              <a:gd name="connsiteY12" fmla="*/ 190527 h 335964"/>
              <a:gd name="connsiteX13" fmla="*/ 9586041 w 9683261"/>
              <a:gd name="connsiteY13" fmla="*/ 166987 h 335964"/>
              <a:gd name="connsiteX14" fmla="*/ 9609373 w 9683261"/>
              <a:gd name="connsiteY14" fmla="*/ 143445 h 335964"/>
              <a:gd name="connsiteX15" fmla="*/ 9669650 w 9683261"/>
              <a:gd name="connsiteY15" fmla="*/ 101921 h 335964"/>
              <a:gd name="connsiteX16" fmla="*/ 9683261 w 9683261"/>
              <a:gd name="connsiteY16" fmla="*/ 114762 h 335964"/>
              <a:gd name="connsiteX17" fmla="*/ 9669650 w 9683261"/>
              <a:gd name="connsiteY17" fmla="*/ 127602 h 335964"/>
              <a:gd name="connsiteX18" fmla="*/ 9656038 w 9683261"/>
              <a:gd name="connsiteY18" fmla="*/ 114762 h 335964"/>
              <a:gd name="connsiteX19" fmla="*/ 9669650 w 9683261"/>
              <a:gd name="connsiteY19" fmla="*/ 101921 h 335964"/>
              <a:gd name="connsiteX20" fmla="*/ 9609373 w 9683261"/>
              <a:gd name="connsiteY20" fmla="*/ 50961 h 335964"/>
              <a:gd name="connsiteX21" fmla="*/ 9632706 w 9683261"/>
              <a:gd name="connsiteY21" fmla="*/ 74501 h 335964"/>
              <a:gd name="connsiteX22" fmla="*/ 9609373 w 9683261"/>
              <a:gd name="connsiteY22" fmla="*/ 98043 h 335964"/>
              <a:gd name="connsiteX23" fmla="*/ 9586041 w 9683261"/>
              <a:gd name="connsiteY23" fmla="*/ 74501 h 335964"/>
              <a:gd name="connsiteX24" fmla="*/ 9609373 w 9683261"/>
              <a:gd name="connsiteY24" fmla="*/ 50961 h 335964"/>
              <a:gd name="connsiteX25" fmla="*/ 0 w 9683261"/>
              <a:gd name="connsiteY25" fmla="*/ 0 h 335964"/>
              <a:gd name="connsiteX26" fmla="*/ 739665 w 9683261"/>
              <a:gd name="connsiteY26" fmla="*/ 0 h 335964"/>
              <a:gd name="connsiteX27" fmla="*/ 9540864 w 9683261"/>
              <a:gd name="connsiteY27" fmla="*/ 0 h 335964"/>
              <a:gd name="connsiteX28" fmla="*/ 9568541 w 9683261"/>
              <a:gd name="connsiteY28" fmla="*/ 27997 h 335964"/>
              <a:gd name="connsiteX29" fmla="*/ 9540864 w 9683261"/>
              <a:gd name="connsiteY29" fmla="*/ 55995 h 335964"/>
              <a:gd name="connsiteX30" fmla="*/ 9522411 w 9683261"/>
              <a:gd name="connsiteY30" fmla="*/ 74659 h 335964"/>
              <a:gd name="connsiteX31" fmla="*/ 9540864 w 9683261"/>
              <a:gd name="connsiteY31" fmla="*/ 97990 h 335964"/>
              <a:gd name="connsiteX32" fmla="*/ 9568541 w 9683261"/>
              <a:gd name="connsiteY32" fmla="*/ 121320 h 335964"/>
              <a:gd name="connsiteX33" fmla="*/ 9545478 w 9683261"/>
              <a:gd name="connsiteY33" fmla="*/ 149317 h 335964"/>
              <a:gd name="connsiteX34" fmla="*/ 9540864 w 9683261"/>
              <a:gd name="connsiteY34" fmla="*/ 149317 h 335964"/>
              <a:gd name="connsiteX35" fmla="*/ 9522411 w 9683261"/>
              <a:gd name="connsiteY35" fmla="*/ 167982 h 335964"/>
              <a:gd name="connsiteX36" fmla="*/ 9540864 w 9683261"/>
              <a:gd name="connsiteY36" fmla="*/ 191313 h 335964"/>
              <a:gd name="connsiteX37" fmla="*/ 9568541 w 9683261"/>
              <a:gd name="connsiteY37" fmla="*/ 214644 h 335964"/>
              <a:gd name="connsiteX38" fmla="*/ 9540864 w 9683261"/>
              <a:gd name="connsiteY38" fmla="*/ 242641 h 335964"/>
              <a:gd name="connsiteX39" fmla="*/ 9522411 w 9683261"/>
              <a:gd name="connsiteY39" fmla="*/ 265971 h 335964"/>
              <a:gd name="connsiteX40" fmla="*/ 9540864 w 9683261"/>
              <a:gd name="connsiteY40" fmla="*/ 284636 h 335964"/>
              <a:gd name="connsiteX41" fmla="*/ 9568541 w 9683261"/>
              <a:gd name="connsiteY41" fmla="*/ 312633 h 335964"/>
              <a:gd name="connsiteX42" fmla="*/ 9540864 w 9683261"/>
              <a:gd name="connsiteY42" fmla="*/ 335964 h 335964"/>
              <a:gd name="connsiteX43" fmla="*/ 845227 w 9683261"/>
              <a:gd name="connsiteY43" fmla="*/ 335964 h 335964"/>
              <a:gd name="connsiteX44" fmla="*/ 0 w 9683261"/>
              <a:gd name="connsiteY44" fmla="*/ 335964 h 3359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Lst>
            <a:rect l="l" t="t" r="r" b="b"/>
            <a:pathLst>
              <a:path w="9683261" h="335964">
                <a:moveTo>
                  <a:pt x="9609373" y="237817"/>
                </a:moveTo>
                <a:cubicBezTo>
                  <a:pt x="9622259" y="237817"/>
                  <a:pt x="9632706" y="248357"/>
                  <a:pt x="9632706" y="261358"/>
                </a:cubicBezTo>
                <a:cubicBezTo>
                  <a:pt x="9632706" y="274359"/>
                  <a:pt x="9622259" y="284899"/>
                  <a:pt x="9609373" y="284899"/>
                </a:cubicBezTo>
                <a:cubicBezTo>
                  <a:pt x="9596486" y="284899"/>
                  <a:pt x="9586041" y="274359"/>
                  <a:pt x="9586041" y="261358"/>
                </a:cubicBezTo>
                <a:cubicBezTo>
                  <a:pt x="9586041" y="248357"/>
                  <a:pt x="9596486" y="237817"/>
                  <a:pt x="9609373" y="237817"/>
                </a:cubicBezTo>
                <a:close/>
                <a:moveTo>
                  <a:pt x="9669650" y="200069"/>
                </a:moveTo>
                <a:cubicBezTo>
                  <a:pt x="9677168" y="200069"/>
                  <a:pt x="9683261" y="205817"/>
                  <a:pt x="9683261" y="212909"/>
                </a:cubicBezTo>
                <a:cubicBezTo>
                  <a:pt x="9683261" y="220001"/>
                  <a:pt x="9677168" y="225749"/>
                  <a:pt x="9669650" y="225749"/>
                </a:cubicBezTo>
                <a:cubicBezTo>
                  <a:pt x="9662132" y="225749"/>
                  <a:pt x="9656038" y="220001"/>
                  <a:pt x="9656038" y="212909"/>
                </a:cubicBezTo>
                <a:cubicBezTo>
                  <a:pt x="9656038" y="205817"/>
                  <a:pt x="9662132" y="200069"/>
                  <a:pt x="9669650" y="200069"/>
                </a:cubicBezTo>
                <a:close/>
                <a:moveTo>
                  <a:pt x="9609373" y="143445"/>
                </a:moveTo>
                <a:cubicBezTo>
                  <a:pt x="9622259" y="143445"/>
                  <a:pt x="9632706" y="153985"/>
                  <a:pt x="9632706" y="166987"/>
                </a:cubicBezTo>
                <a:cubicBezTo>
                  <a:pt x="9632706" y="179987"/>
                  <a:pt x="9622259" y="190527"/>
                  <a:pt x="9609373" y="190527"/>
                </a:cubicBezTo>
                <a:cubicBezTo>
                  <a:pt x="9596486" y="190527"/>
                  <a:pt x="9586041" y="179987"/>
                  <a:pt x="9586041" y="166987"/>
                </a:cubicBezTo>
                <a:cubicBezTo>
                  <a:pt x="9586041" y="153985"/>
                  <a:pt x="9596486" y="143445"/>
                  <a:pt x="9609373" y="143445"/>
                </a:cubicBezTo>
                <a:close/>
                <a:moveTo>
                  <a:pt x="9669650" y="101921"/>
                </a:moveTo>
                <a:cubicBezTo>
                  <a:pt x="9677168" y="101921"/>
                  <a:pt x="9683261" y="107670"/>
                  <a:pt x="9683261" y="114762"/>
                </a:cubicBezTo>
                <a:cubicBezTo>
                  <a:pt x="9683261" y="121855"/>
                  <a:pt x="9677168" y="127602"/>
                  <a:pt x="9669650" y="127602"/>
                </a:cubicBezTo>
                <a:cubicBezTo>
                  <a:pt x="9662132" y="127602"/>
                  <a:pt x="9656038" y="121855"/>
                  <a:pt x="9656038" y="114762"/>
                </a:cubicBezTo>
                <a:cubicBezTo>
                  <a:pt x="9656038" y="107670"/>
                  <a:pt x="9662132" y="101921"/>
                  <a:pt x="9669650" y="101921"/>
                </a:cubicBezTo>
                <a:close/>
                <a:moveTo>
                  <a:pt x="9609373" y="50961"/>
                </a:moveTo>
                <a:cubicBezTo>
                  <a:pt x="9622259" y="50961"/>
                  <a:pt x="9632706" y="61501"/>
                  <a:pt x="9632706" y="74501"/>
                </a:cubicBezTo>
                <a:cubicBezTo>
                  <a:pt x="9632706" y="87503"/>
                  <a:pt x="9622259" y="98043"/>
                  <a:pt x="9609373" y="98043"/>
                </a:cubicBezTo>
                <a:cubicBezTo>
                  <a:pt x="9596486" y="98043"/>
                  <a:pt x="9586041" y="87503"/>
                  <a:pt x="9586041" y="74501"/>
                </a:cubicBezTo>
                <a:cubicBezTo>
                  <a:pt x="9586041" y="61501"/>
                  <a:pt x="9596486" y="50961"/>
                  <a:pt x="9609373" y="50961"/>
                </a:cubicBezTo>
                <a:close/>
                <a:moveTo>
                  <a:pt x="0" y="0"/>
                </a:moveTo>
                <a:lnTo>
                  <a:pt x="739665" y="0"/>
                </a:lnTo>
                <a:cubicBezTo>
                  <a:pt x="2800514" y="0"/>
                  <a:pt x="5636951" y="0"/>
                  <a:pt x="9540864" y="0"/>
                </a:cubicBezTo>
                <a:cubicBezTo>
                  <a:pt x="9559315" y="0"/>
                  <a:pt x="9568541" y="13999"/>
                  <a:pt x="9568541" y="27997"/>
                </a:cubicBezTo>
                <a:cubicBezTo>
                  <a:pt x="9568541" y="41996"/>
                  <a:pt x="9559315" y="55995"/>
                  <a:pt x="9540864" y="55995"/>
                </a:cubicBezTo>
                <a:cubicBezTo>
                  <a:pt x="9531638" y="55995"/>
                  <a:pt x="9522411" y="65327"/>
                  <a:pt x="9522411" y="74659"/>
                </a:cubicBezTo>
                <a:cubicBezTo>
                  <a:pt x="9522411" y="83992"/>
                  <a:pt x="9531638" y="93323"/>
                  <a:pt x="9540864" y="97990"/>
                </a:cubicBezTo>
                <a:cubicBezTo>
                  <a:pt x="9559315" y="97990"/>
                  <a:pt x="9568541" y="107321"/>
                  <a:pt x="9568541" y="121320"/>
                </a:cubicBezTo>
                <a:cubicBezTo>
                  <a:pt x="9568541" y="135319"/>
                  <a:pt x="9559315" y="149317"/>
                  <a:pt x="9545478" y="149317"/>
                </a:cubicBezTo>
                <a:cubicBezTo>
                  <a:pt x="9545478" y="149317"/>
                  <a:pt x="9545478" y="149317"/>
                  <a:pt x="9540864" y="149317"/>
                </a:cubicBezTo>
                <a:cubicBezTo>
                  <a:pt x="9531638" y="149317"/>
                  <a:pt x="9522411" y="158650"/>
                  <a:pt x="9522411" y="167982"/>
                </a:cubicBezTo>
                <a:cubicBezTo>
                  <a:pt x="9522411" y="181981"/>
                  <a:pt x="9531638" y="191313"/>
                  <a:pt x="9540864" y="191313"/>
                </a:cubicBezTo>
                <a:cubicBezTo>
                  <a:pt x="9559315" y="191313"/>
                  <a:pt x="9568541" y="200645"/>
                  <a:pt x="9568541" y="214644"/>
                </a:cubicBezTo>
                <a:cubicBezTo>
                  <a:pt x="9568541" y="233309"/>
                  <a:pt x="9559315" y="242641"/>
                  <a:pt x="9540864" y="242641"/>
                </a:cubicBezTo>
                <a:cubicBezTo>
                  <a:pt x="9531638" y="242641"/>
                  <a:pt x="9522411" y="251972"/>
                  <a:pt x="9522411" y="265971"/>
                </a:cubicBezTo>
                <a:cubicBezTo>
                  <a:pt x="9522411" y="275305"/>
                  <a:pt x="9531638" y="284636"/>
                  <a:pt x="9540864" y="284636"/>
                </a:cubicBezTo>
                <a:cubicBezTo>
                  <a:pt x="9559315" y="284636"/>
                  <a:pt x="9568541" y="298634"/>
                  <a:pt x="9568541" y="312633"/>
                </a:cubicBezTo>
                <a:cubicBezTo>
                  <a:pt x="9568541" y="326632"/>
                  <a:pt x="9559315" y="335964"/>
                  <a:pt x="9540864" y="335964"/>
                </a:cubicBezTo>
                <a:cubicBezTo>
                  <a:pt x="9540864" y="335964"/>
                  <a:pt x="9540864" y="335964"/>
                  <a:pt x="845227" y="335964"/>
                </a:cubicBezTo>
                <a:lnTo>
                  <a:pt x="0" y="335964"/>
                </a:lnTo>
                <a:close/>
              </a:path>
            </a:pathLst>
          </a:custGeom>
          <a:solidFill>
            <a:schemeClr val="tx2"/>
          </a:solidFill>
          <a:ln w="3175">
            <a:noFill/>
          </a:ln>
        </p:spPr>
        <p:txBody>
          <a:bodyPr wrap="square" lIns="630000" tIns="0" rIns="360000" bIns="0" anchor="ctr">
            <a:noAutofit/>
          </a:bodyPr>
          <a:lstStyle>
            <a:lvl1pPr marL="0" indent="0">
              <a:lnSpc>
                <a:spcPct val="100000"/>
              </a:lnSpc>
              <a:buNone/>
              <a:defRPr sz="1500" b="1" cap="all" baseline="0">
                <a:solidFill>
                  <a:schemeClr val="bg1"/>
                </a:solidFill>
                <a:latin typeface="+mn-lt"/>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noProof="0"/>
              <a:t>Click to edit master text styles</a:t>
            </a:r>
          </a:p>
        </p:txBody>
      </p:sp>
      <p:sp>
        <p:nvSpPr>
          <p:cNvPr id="4" name="Espace réservé de la date 3">
            <a:extLst>
              <a:ext uri="{FF2B5EF4-FFF2-40B4-BE49-F238E27FC236}">
                <a16:creationId xmlns:a16="http://schemas.microsoft.com/office/drawing/2014/main" id="{0023D345-337F-488B-8D03-DF3DDDA5DDF5}"/>
              </a:ext>
            </a:extLst>
          </p:cNvPr>
          <p:cNvSpPr>
            <a:spLocks noGrp="1"/>
          </p:cNvSpPr>
          <p:nvPr>
            <p:ph type="dt" sz="half" idx="15"/>
          </p:nvPr>
        </p:nvSpPr>
        <p:spPr/>
        <p:txBody>
          <a:bodyPr/>
          <a:lstStyle/>
          <a:p>
            <a:r>
              <a:rPr lang="en-US" noProof="0"/>
              <a:t>YYYY/MM/DD</a:t>
            </a:r>
            <a:endParaRPr lang="en-US" b="0" noProof="0"/>
          </a:p>
        </p:txBody>
      </p:sp>
      <p:sp>
        <p:nvSpPr>
          <p:cNvPr id="7" name="Espace réservé du pied de page 6">
            <a:extLst>
              <a:ext uri="{FF2B5EF4-FFF2-40B4-BE49-F238E27FC236}">
                <a16:creationId xmlns:a16="http://schemas.microsoft.com/office/drawing/2014/main" id="{509EADAA-0C96-4D73-B394-C1A53CEA1029}"/>
              </a:ext>
            </a:extLst>
          </p:cNvPr>
          <p:cNvSpPr>
            <a:spLocks noGrp="1"/>
          </p:cNvSpPr>
          <p:nvPr>
            <p:ph type="ftr" sz="quarter" idx="16"/>
          </p:nvPr>
        </p:nvSpPr>
        <p:spPr/>
        <p:txBody>
          <a:bodyPr/>
          <a:lstStyle/>
          <a:p>
            <a:r>
              <a:rPr lang="en-US" noProof="0"/>
              <a:t>Communication Department</a:t>
            </a:r>
            <a:endParaRPr lang="en-US" b="0" noProof="0"/>
          </a:p>
        </p:txBody>
      </p:sp>
      <p:sp>
        <p:nvSpPr>
          <p:cNvPr id="8" name="Espace réservé du numéro de diapositive 7">
            <a:extLst>
              <a:ext uri="{FF2B5EF4-FFF2-40B4-BE49-F238E27FC236}">
                <a16:creationId xmlns:a16="http://schemas.microsoft.com/office/drawing/2014/main" id="{257223AC-9555-4A04-BCAD-D73603C5E654}"/>
              </a:ext>
            </a:extLst>
          </p:cNvPr>
          <p:cNvSpPr>
            <a:spLocks noGrp="1"/>
          </p:cNvSpPr>
          <p:nvPr>
            <p:ph type="sldNum" sz="quarter" idx="17"/>
          </p:nvPr>
        </p:nvSpPr>
        <p:spPr/>
        <p:txBody>
          <a:bodyPr/>
          <a:lstStyle/>
          <a:p>
            <a:fld id="{975A587B-5814-4D9B-9598-FE9CB954CB01}" type="slidenum">
              <a:rPr lang="en-US" noProof="0" smtClean="0"/>
              <a:pPr/>
              <a:t>‹#›</a:t>
            </a:fld>
            <a:endParaRPr lang="en-US" b="0" noProof="0"/>
          </a:p>
        </p:txBody>
      </p:sp>
      <p:sp>
        <p:nvSpPr>
          <p:cNvPr id="10" name="Espace réservé pour une image  33">
            <a:extLst>
              <a:ext uri="{FF2B5EF4-FFF2-40B4-BE49-F238E27FC236}">
                <a16:creationId xmlns:a16="http://schemas.microsoft.com/office/drawing/2014/main" id="{EB38C0A6-0F71-4D15-A062-D159A2D723C4}"/>
              </a:ext>
            </a:extLst>
          </p:cNvPr>
          <p:cNvSpPr>
            <a:spLocks noGrp="1"/>
          </p:cNvSpPr>
          <p:nvPr>
            <p:ph type="pic" idx="14" hasCustomPrompt="1"/>
          </p:nvPr>
        </p:nvSpPr>
        <p:spPr>
          <a:xfrm>
            <a:off x="796868" y="2838450"/>
            <a:ext cx="4986135" cy="3160273"/>
          </a:xfrm>
          <a:prstGeom prst="rect">
            <a:avLst/>
          </a:prstGeom>
          <a:noFill/>
          <a:ln w="3175">
            <a:noFill/>
          </a:ln>
        </p:spPr>
        <p:txBody>
          <a:bodyPr wrap="square" anchor="ctr">
            <a:noAutofit/>
          </a:bodyPr>
          <a:lstStyle>
            <a:lvl1pPr marL="0" indent="0" algn="ctr">
              <a:buNone/>
              <a:defRPr sz="1200" b="0" cap="none" baseline="0">
                <a:solidFill>
                  <a:schemeClr val="bg1"/>
                </a:solidFill>
              </a:defRPr>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US" noProof="0"/>
              <a:t>Photo</a:t>
            </a:r>
          </a:p>
        </p:txBody>
      </p:sp>
      <p:sp>
        <p:nvSpPr>
          <p:cNvPr id="21" name="Espace réservé du texte 20">
            <a:extLst>
              <a:ext uri="{FF2B5EF4-FFF2-40B4-BE49-F238E27FC236}">
                <a16:creationId xmlns:a16="http://schemas.microsoft.com/office/drawing/2014/main" id="{BF34C298-6747-4F09-827E-E3C9685ACC9F}"/>
              </a:ext>
            </a:extLst>
          </p:cNvPr>
          <p:cNvSpPr>
            <a:spLocks noGrp="1"/>
          </p:cNvSpPr>
          <p:nvPr>
            <p:ph type="body" sz="quarter" idx="18" hasCustomPrompt="1"/>
          </p:nvPr>
        </p:nvSpPr>
        <p:spPr>
          <a:xfrm>
            <a:off x="6256022" y="1128409"/>
            <a:ext cx="5292090" cy="5039202"/>
          </a:xfrm>
          <a:custGeom>
            <a:avLst/>
            <a:gdLst>
              <a:gd name="connsiteX0" fmla="*/ 0 w 5292090"/>
              <a:gd name="connsiteY0" fmla="*/ 0 h 5039202"/>
              <a:gd name="connsiteX1" fmla="*/ 5292090 w 5292090"/>
              <a:gd name="connsiteY1" fmla="*/ 0 h 5039202"/>
              <a:gd name="connsiteX2" fmla="*/ 5292090 w 5292090"/>
              <a:gd name="connsiteY2" fmla="*/ 5039202 h 5039202"/>
              <a:gd name="connsiteX3" fmla="*/ 0 w 5292090"/>
              <a:gd name="connsiteY3" fmla="*/ 5039202 h 5039202"/>
            </a:gdLst>
            <a:ahLst/>
            <a:cxnLst>
              <a:cxn ang="0">
                <a:pos x="connsiteX0" y="connsiteY0"/>
              </a:cxn>
              <a:cxn ang="0">
                <a:pos x="connsiteX1" y="connsiteY1"/>
              </a:cxn>
              <a:cxn ang="0">
                <a:pos x="connsiteX2" y="connsiteY2"/>
              </a:cxn>
              <a:cxn ang="0">
                <a:pos x="connsiteX3" y="connsiteY3"/>
              </a:cxn>
            </a:cxnLst>
            <a:rect l="l" t="t" r="r" b="b"/>
            <a:pathLst>
              <a:path w="5292090" h="5039202">
                <a:moveTo>
                  <a:pt x="0" y="0"/>
                </a:moveTo>
                <a:lnTo>
                  <a:pt x="5292090" y="0"/>
                </a:lnTo>
                <a:lnTo>
                  <a:pt x="5292090" y="5039202"/>
                </a:lnTo>
                <a:lnTo>
                  <a:pt x="0" y="5039202"/>
                </a:lnTo>
                <a:close/>
              </a:path>
            </a:pathLst>
          </a:custGeom>
          <a:solidFill>
            <a:schemeClr val="tx2"/>
          </a:solidFill>
        </p:spPr>
        <p:txBody>
          <a:bodyPr wrap="square" lIns="360000" tIns="216000" rIns="360000" bIns="360000">
            <a:noAutofit/>
          </a:bodyPr>
          <a:lstStyle>
            <a:lvl1pPr>
              <a:defRPr sz="1900">
                <a:solidFill>
                  <a:schemeClr val="bg1"/>
                </a:solidFill>
              </a:defRPr>
            </a:lvl1pPr>
            <a:lvl2pPr>
              <a:defRPr sz="1900">
                <a:solidFill>
                  <a:schemeClr val="bg1"/>
                </a:solidFill>
              </a:defRPr>
            </a:lvl2pPr>
            <a:lvl3pPr>
              <a:defRPr sz="1500">
                <a:solidFill>
                  <a:schemeClr val="bg1"/>
                </a:solidFill>
              </a:defRPr>
            </a:lvl3pPr>
            <a:lvl4pPr>
              <a:defRPr sz="1300">
                <a:solidFill>
                  <a:schemeClr val="bg1"/>
                </a:solidFill>
              </a:defRPr>
            </a:lvl4pPr>
            <a:lvl5pPr>
              <a:defRPr sz="1300">
                <a:solidFill>
                  <a:schemeClr val="bg1"/>
                </a:solidFill>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8" name="Espace réservé pour une image  33">
            <a:extLst>
              <a:ext uri="{FF2B5EF4-FFF2-40B4-BE49-F238E27FC236}">
                <a16:creationId xmlns:a16="http://schemas.microsoft.com/office/drawing/2014/main" id="{F597D9F1-2155-4D83-9236-EC04A593F8AA}"/>
              </a:ext>
            </a:extLst>
          </p:cNvPr>
          <p:cNvSpPr>
            <a:spLocks noGrp="1"/>
          </p:cNvSpPr>
          <p:nvPr>
            <p:ph type="pic" idx="19" hasCustomPrompt="1"/>
          </p:nvPr>
        </p:nvSpPr>
        <p:spPr>
          <a:xfrm>
            <a:off x="6409000" y="2838450"/>
            <a:ext cx="4986135" cy="3160273"/>
          </a:xfrm>
          <a:prstGeom prst="rect">
            <a:avLst/>
          </a:prstGeom>
          <a:noFill/>
          <a:ln w="3175">
            <a:noFill/>
          </a:ln>
        </p:spPr>
        <p:txBody>
          <a:bodyPr wrap="square" anchor="ctr">
            <a:noAutofit/>
          </a:bodyPr>
          <a:lstStyle>
            <a:lvl1pPr marL="0" indent="0" algn="ctr">
              <a:buNone/>
              <a:defRPr sz="1200" b="0" cap="none" baseline="0">
                <a:solidFill>
                  <a:schemeClr val="bg1"/>
                </a:solidFill>
              </a:defRPr>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US" noProof="0"/>
              <a:t>Photo</a:t>
            </a:r>
          </a:p>
        </p:txBody>
      </p:sp>
    </p:spTree>
    <p:extLst>
      <p:ext uri="{BB962C8B-B14F-4D97-AF65-F5344CB8AC3E}">
        <p14:creationId xmlns:p14="http://schemas.microsoft.com/office/powerpoint/2010/main" val="1178171077"/>
      </p:ext>
    </p:extLst>
  </p:cSld>
  <p:clrMapOvr>
    <a:masterClrMapping/>
  </p:clrMapOvr>
  <p:extLst>
    <p:ext uri="{DCECCB84-F9BA-43D5-87BE-67443E8EF086}">
      <p15:sldGuideLst xmlns:p15="http://schemas.microsoft.com/office/powerpoint/2012/main">
        <p15:guide id="2" pos="3840" userDrawn="1">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ext with 2 graphs">
    <p:spTree>
      <p:nvGrpSpPr>
        <p:cNvPr id="1" name=""/>
        <p:cNvGrpSpPr/>
        <p:nvPr/>
      </p:nvGrpSpPr>
      <p:grpSpPr>
        <a:xfrm>
          <a:off x="0" y="0"/>
          <a:ext cx="0" cy="0"/>
          <a:chOff x="0" y="0"/>
          <a:chExt cx="0" cy="0"/>
        </a:xfrm>
      </p:grpSpPr>
      <p:sp>
        <p:nvSpPr>
          <p:cNvPr id="23" name="Espace réservé du texte 22">
            <a:extLst>
              <a:ext uri="{FF2B5EF4-FFF2-40B4-BE49-F238E27FC236}">
                <a16:creationId xmlns:a16="http://schemas.microsoft.com/office/drawing/2014/main" id="{E81FFD1A-90DF-48A1-9716-E41ABD43762E}"/>
              </a:ext>
            </a:extLst>
          </p:cNvPr>
          <p:cNvSpPr>
            <a:spLocks noGrp="1"/>
          </p:cNvSpPr>
          <p:nvPr>
            <p:ph type="body" sz="quarter" idx="18" hasCustomPrompt="1"/>
          </p:nvPr>
        </p:nvSpPr>
        <p:spPr>
          <a:xfrm>
            <a:off x="6126319" y="1128407"/>
            <a:ext cx="5462565" cy="5256000"/>
          </a:xfrm>
          <a:custGeom>
            <a:avLst/>
            <a:gdLst>
              <a:gd name="connsiteX0" fmla="*/ 0 w 5462565"/>
              <a:gd name="connsiteY0" fmla="*/ 0 h 5256000"/>
              <a:gd name="connsiteX1" fmla="*/ 5462565 w 5462565"/>
              <a:gd name="connsiteY1" fmla="*/ 0 h 5256000"/>
              <a:gd name="connsiteX2" fmla="*/ 5462565 w 5462565"/>
              <a:gd name="connsiteY2" fmla="*/ 5256000 h 5256000"/>
              <a:gd name="connsiteX3" fmla="*/ 0 w 5462565"/>
              <a:gd name="connsiteY3" fmla="*/ 5256000 h 5256000"/>
            </a:gdLst>
            <a:ahLst/>
            <a:cxnLst>
              <a:cxn ang="0">
                <a:pos x="connsiteX0" y="connsiteY0"/>
              </a:cxn>
              <a:cxn ang="0">
                <a:pos x="connsiteX1" y="connsiteY1"/>
              </a:cxn>
              <a:cxn ang="0">
                <a:pos x="connsiteX2" y="connsiteY2"/>
              </a:cxn>
              <a:cxn ang="0">
                <a:pos x="connsiteX3" y="connsiteY3"/>
              </a:cxn>
            </a:cxnLst>
            <a:rect l="l" t="t" r="r" b="b"/>
            <a:pathLst>
              <a:path w="5462565" h="5256000">
                <a:moveTo>
                  <a:pt x="0" y="0"/>
                </a:moveTo>
                <a:lnTo>
                  <a:pt x="5462565" y="0"/>
                </a:lnTo>
                <a:lnTo>
                  <a:pt x="5462565" y="5256000"/>
                </a:lnTo>
                <a:lnTo>
                  <a:pt x="0" y="5256000"/>
                </a:lnTo>
                <a:close/>
              </a:path>
            </a:pathLst>
          </a:custGeom>
          <a:solidFill>
            <a:schemeClr val="tx1">
              <a:lumMod val="10000"/>
              <a:lumOff val="90000"/>
            </a:schemeClr>
          </a:solidFill>
        </p:spPr>
        <p:txBody>
          <a:bodyPr wrap="square" lIns="216000" tIns="216000" rIns="216000" bIns="216000">
            <a:noAutofit/>
          </a:bodyPr>
          <a:lstStyle>
            <a:lvl1pPr>
              <a:defRPr sz="1900"/>
            </a:lvl1pPr>
            <a:lvl2pPr>
              <a:defRPr sz="1700"/>
            </a:lvl2pPr>
            <a:lvl3pPr>
              <a:defRPr sz="1500"/>
            </a:lvl3pPr>
            <a:lvl4pPr>
              <a:defRPr sz="1300"/>
            </a:lvl4pPr>
            <a:lvl5pPr>
              <a:defRPr sz="1300"/>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7" name="Espace réservé du texte 16">
            <a:extLst>
              <a:ext uri="{FF2B5EF4-FFF2-40B4-BE49-F238E27FC236}">
                <a16:creationId xmlns:a16="http://schemas.microsoft.com/office/drawing/2014/main" id="{38D92F9C-9CF1-426A-9EA7-935D5427C4DA}"/>
              </a:ext>
            </a:extLst>
          </p:cNvPr>
          <p:cNvSpPr>
            <a:spLocks noGrp="1"/>
          </p:cNvSpPr>
          <p:nvPr>
            <p:ph type="body" idx="1" hasCustomPrompt="1"/>
          </p:nvPr>
        </p:nvSpPr>
        <p:spPr>
          <a:xfrm>
            <a:off x="1" y="449849"/>
            <a:ext cx="9683261" cy="335964"/>
          </a:xfrm>
          <a:custGeom>
            <a:avLst/>
            <a:gdLst>
              <a:gd name="connsiteX0" fmla="*/ 9609373 w 9683261"/>
              <a:gd name="connsiteY0" fmla="*/ 237817 h 335964"/>
              <a:gd name="connsiteX1" fmla="*/ 9632706 w 9683261"/>
              <a:gd name="connsiteY1" fmla="*/ 261358 h 335964"/>
              <a:gd name="connsiteX2" fmla="*/ 9609373 w 9683261"/>
              <a:gd name="connsiteY2" fmla="*/ 284899 h 335964"/>
              <a:gd name="connsiteX3" fmla="*/ 9586041 w 9683261"/>
              <a:gd name="connsiteY3" fmla="*/ 261358 h 335964"/>
              <a:gd name="connsiteX4" fmla="*/ 9609373 w 9683261"/>
              <a:gd name="connsiteY4" fmla="*/ 237817 h 335964"/>
              <a:gd name="connsiteX5" fmla="*/ 9669650 w 9683261"/>
              <a:gd name="connsiteY5" fmla="*/ 200069 h 335964"/>
              <a:gd name="connsiteX6" fmla="*/ 9683261 w 9683261"/>
              <a:gd name="connsiteY6" fmla="*/ 212909 h 335964"/>
              <a:gd name="connsiteX7" fmla="*/ 9669650 w 9683261"/>
              <a:gd name="connsiteY7" fmla="*/ 225749 h 335964"/>
              <a:gd name="connsiteX8" fmla="*/ 9656038 w 9683261"/>
              <a:gd name="connsiteY8" fmla="*/ 212909 h 335964"/>
              <a:gd name="connsiteX9" fmla="*/ 9669650 w 9683261"/>
              <a:gd name="connsiteY9" fmla="*/ 200069 h 335964"/>
              <a:gd name="connsiteX10" fmla="*/ 9609373 w 9683261"/>
              <a:gd name="connsiteY10" fmla="*/ 143445 h 335964"/>
              <a:gd name="connsiteX11" fmla="*/ 9632706 w 9683261"/>
              <a:gd name="connsiteY11" fmla="*/ 166987 h 335964"/>
              <a:gd name="connsiteX12" fmla="*/ 9609373 w 9683261"/>
              <a:gd name="connsiteY12" fmla="*/ 190527 h 335964"/>
              <a:gd name="connsiteX13" fmla="*/ 9586041 w 9683261"/>
              <a:gd name="connsiteY13" fmla="*/ 166987 h 335964"/>
              <a:gd name="connsiteX14" fmla="*/ 9609373 w 9683261"/>
              <a:gd name="connsiteY14" fmla="*/ 143445 h 335964"/>
              <a:gd name="connsiteX15" fmla="*/ 9669650 w 9683261"/>
              <a:gd name="connsiteY15" fmla="*/ 101921 h 335964"/>
              <a:gd name="connsiteX16" fmla="*/ 9683261 w 9683261"/>
              <a:gd name="connsiteY16" fmla="*/ 114762 h 335964"/>
              <a:gd name="connsiteX17" fmla="*/ 9669650 w 9683261"/>
              <a:gd name="connsiteY17" fmla="*/ 127602 h 335964"/>
              <a:gd name="connsiteX18" fmla="*/ 9656038 w 9683261"/>
              <a:gd name="connsiteY18" fmla="*/ 114762 h 335964"/>
              <a:gd name="connsiteX19" fmla="*/ 9669650 w 9683261"/>
              <a:gd name="connsiteY19" fmla="*/ 101921 h 335964"/>
              <a:gd name="connsiteX20" fmla="*/ 9609373 w 9683261"/>
              <a:gd name="connsiteY20" fmla="*/ 50961 h 335964"/>
              <a:gd name="connsiteX21" fmla="*/ 9632706 w 9683261"/>
              <a:gd name="connsiteY21" fmla="*/ 74501 h 335964"/>
              <a:gd name="connsiteX22" fmla="*/ 9609373 w 9683261"/>
              <a:gd name="connsiteY22" fmla="*/ 98043 h 335964"/>
              <a:gd name="connsiteX23" fmla="*/ 9586041 w 9683261"/>
              <a:gd name="connsiteY23" fmla="*/ 74501 h 335964"/>
              <a:gd name="connsiteX24" fmla="*/ 9609373 w 9683261"/>
              <a:gd name="connsiteY24" fmla="*/ 50961 h 335964"/>
              <a:gd name="connsiteX25" fmla="*/ 0 w 9683261"/>
              <a:gd name="connsiteY25" fmla="*/ 0 h 335964"/>
              <a:gd name="connsiteX26" fmla="*/ 739665 w 9683261"/>
              <a:gd name="connsiteY26" fmla="*/ 0 h 335964"/>
              <a:gd name="connsiteX27" fmla="*/ 9540864 w 9683261"/>
              <a:gd name="connsiteY27" fmla="*/ 0 h 335964"/>
              <a:gd name="connsiteX28" fmla="*/ 9568541 w 9683261"/>
              <a:gd name="connsiteY28" fmla="*/ 27997 h 335964"/>
              <a:gd name="connsiteX29" fmla="*/ 9540864 w 9683261"/>
              <a:gd name="connsiteY29" fmla="*/ 55995 h 335964"/>
              <a:gd name="connsiteX30" fmla="*/ 9522411 w 9683261"/>
              <a:gd name="connsiteY30" fmla="*/ 74659 h 335964"/>
              <a:gd name="connsiteX31" fmla="*/ 9540864 w 9683261"/>
              <a:gd name="connsiteY31" fmla="*/ 97990 h 335964"/>
              <a:gd name="connsiteX32" fmla="*/ 9568541 w 9683261"/>
              <a:gd name="connsiteY32" fmla="*/ 121320 h 335964"/>
              <a:gd name="connsiteX33" fmla="*/ 9545478 w 9683261"/>
              <a:gd name="connsiteY33" fmla="*/ 149317 h 335964"/>
              <a:gd name="connsiteX34" fmla="*/ 9540864 w 9683261"/>
              <a:gd name="connsiteY34" fmla="*/ 149317 h 335964"/>
              <a:gd name="connsiteX35" fmla="*/ 9522411 w 9683261"/>
              <a:gd name="connsiteY35" fmla="*/ 167982 h 335964"/>
              <a:gd name="connsiteX36" fmla="*/ 9540864 w 9683261"/>
              <a:gd name="connsiteY36" fmla="*/ 191313 h 335964"/>
              <a:gd name="connsiteX37" fmla="*/ 9568541 w 9683261"/>
              <a:gd name="connsiteY37" fmla="*/ 214644 h 335964"/>
              <a:gd name="connsiteX38" fmla="*/ 9540864 w 9683261"/>
              <a:gd name="connsiteY38" fmla="*/ 242641 h 335964"/>
              <a:gd name="connsiteX39" fmla="*/ 9522411 w 9683261"/>
              <a:gd name="connsiteY39" fmla="*/ 265971 h 335964"/>
              <a:gd name="connsiteX40" fmla="*/ 9540864 w 9683261"/>
              <a:gd name="connsiteY40" fmla="*/ 284636 h 335964"/>
              <a:gd name="connsiteX41" fmla="*/ 9568541 w 9683261"/>
              <a:gd name="connsiteY41" fmla="*/ 312633 h 335964"/>
              <a:gd name="connsiteX42" fmla="*/ 9540864 w 9683261"/>
              <a:gd name="connsiteY42" fmla="*/ 335964 h 335964"/>
              <a:gd name="connsiteX43" fmla="*/ 845227 w 9683261"/>
              <a:gd name="connsiteY43" fmla="*/ 335964 h 335964"/>
              <a:gd name="connsiteX44" fmla="*/ 0 w 9683261"/>
              <a:gd name="connsiteY44" fmla="*/ 335964 h 3359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Lst>
            <a:rect l="l" t="t" r="r" b="b"/>
            <a:pathLst>
              <a:path w="9683261" h="335964">
                <a:moveTo>
                  <a:pt x="9609373" y="237817"/>
                </a:moveTo>
                <a:cubicBezTo>
                  <a:pt x="9622259" y="237817"/>
                  <a:pt x="9632706" y="248357"/>
                  <a:pt x="9632706" y="261358"/>
                </a:cubicBezTo>
                <a:cubicBezTo>
                  <a:pt x="9632706" y="274359"/>
                  <a:pt x="9622259" y="284899"/>
                  <a:pt x="9609373" y="284899"/>
                </a:cubicBezTo>
                <a:cubicBezTo>
                  <a:pt x="9596486" y="284899"/>
                  <a:pt x="9586041" y="274359"/>
                  <a:pt x="9586041" y="261358"/>
                </a:cubicBezTo>
                <a:cubicBezTo>
                  <a:pt x="9586041" y="248357"/>
                  <a:pt x="9596486" y="237817"/>
                  <a:pt x="9609373" y="237817"/>
                </a:cubicBezTo>
                <a:close/>
                <a:moveTo>
                  <a:pt x="9669650" y="200069"/>
                </a:moveTo>
                <a:cubicBezTo>
                  <a:pt x="9677168" y="200069"/>
                  <a:pt x="9683261" y="205817"/>
                  <a:pt x="9683261" y="212909"/>
                </a:cubicBezTo>
                <a:cubicBezTo>
                  <a:pt x="9683261" y="220001"/>
                  <a:pt x="9677168" y="225749"/>
                  <a:pt x="9669650" y="225749"/>
                </a:cubicBezTo>
                <a:cubicBezTo>
                  <a:pt x="9662132" y="225749"/>
                  <a:pt x="9656038" y="220001"/>
                  <a:pt x="9656038" y="212909"/>
                </a:cubicBezTo>
                <a:cubicBezTo>
                  <a:pt x="9656038" y="205817"/>
                  <a:pt x="9662132" y="200069"/>
                  <a:pt x="9669650" y="200069"/>
                </a:cubicBezTo>
                <a:close/>
                <a:moveTo>
                  <a:pt x="9609373" y="143445"/>
                </a:moveTo>
                <a:cubicBezTo>
                  <a:pt x="9622259" y="143445"/>
                  <a:pt x="9632706" y="153985"/>
                  <a:pt x="9632706" y="166987"/>
                </a:cubicBezTo>
                <a:cubicBezTo>
                  <a:pt x="9632706" y="179987"/>
                  <a:pt x="9622259" y="190527"/>
                  <a:pt x="9609373" y="190527"/>
                </a:cubicBezTo>
                <a:cubicBezTo>
                  <a:pt x="9596486" y="190527"/>
                  <a:pt x="9586041" y="179987"/>
                  <a:pt x="9586041" y="166987"/>
                </a:cubicBezTo>
                <a:cubicBezTo>
                  <a:pt x="9586041" y="153985"/>
                  <a:pt x="9596486" y="143445"/>
                  <a:pt x="9609373" y="143445"/>
                </a:cubicBezTo>
                <a:close/>
                <a:moveTo>
                  <a:pt x="9669650" y="101921"/>
                </a:moveTo>
                <a:cubicBezTo>
                  <a:pt x="9677168" y="101921"/>
                  <a:pt x="9683261" y="107670"/>
                  <a:pt x="9683261" y="114762"/>
                </a:cubicBezTo>
                <a:cubicBezTo>
                  <a:pt x="9683261" y="121855"/>
                  <a:pt x="9677168" y="127602"/>
                  <a:pt x="9669650" y="127602"/>
                </a:cubicBezTo>
                <a:cubicBezTo>
                  <a:pt x="9662132" y="127602"/>
                  <a:pt x="9656038" y="121855"/>
                  <a:pt x="9656038" y="114762"/>
                </a:cubicBezTo>
                <a:cubicBezTo>
                  <a:pt x="9656038" y="107670"/>
                  <a:pt x="9662132" y="101921"/>
                  <a:pt x="9669650" y="101921"/>
                </a:cubicBezTo>
                <a:close/>
                <a:moveTo>
                  <a:pt x="9609373" y="50961"/>
                </a:moveTo>
                <a:cubicBezTo>
                  <a:pt x="9622259" y="50961"/>
                  <a:pt x="9632706" y="61501"/>
                  <a:pt x="9632706" y="74501"/>
                </a:cubicBezTo>
                <a:cubicBezTo>
                  <a:pt x="9632706" y="87503"/>
                  <a:pt x="9622259" y="98043"/>
                  <a:pt x="9609373" y="98043"/>
                </a:cubicBezTo>
                <a:cubicBezTo>
                  <a:pt x="9596486" y="98043"/>
                  <a:pt x="9586041" y="87503"/>
                  <a:pt x="9586041" y="74501"/>
                </a:cubicBezTo>
                <a:cubicBezTo>
                  <a:pt x="9586041" y="61501"/>
                  <a:pt x="9596486" y="50961"/>
                  <a:pt x="9609373" y="50961"/>
                </a:cubicBezTo>
                <a:close/>
                <a:moveTo>
                  <a:pt x="0" y="0"/>
                </a:moveTo>
                <a:lnTo>
                  <a:pt x="739665" y="0"/>
                </a:lnTo>
                <a:cubicBezTo>
                  <a:pt x="2800514" y="0"/>
                  <a:pt x="5636951" y="0"/>
                  <a:pt x="9540864" y="0"/>
                </a:cubicBezTo>
                <a:cubicBezTo>
                  <a:pt x="9559315" y="0"/>
                  <a:pt x="9568541" y="13999"/>
                  <a:pt x="9568541" y="27997"/>
                </a:cubicBezTo>
                <a:cubicBezTo>
                  <a:pt x="9568541" y="41996"/>
                  <a:pt x="9559315" y="55995"/>
                  <a:pt x="9540864" y="55995"/>
                </a:cubicBezTo>
                <a:cubicBezTo>
                  <a:pt x="9531638" y="55995"/>
                  <a:pt x="9522411" y="65327"/>
                  <a:pt x="9522411" y="74659"/>
                </a:cubicBezTo>
                <a:cubicBezTo>
                  <a:pt x="9522411" y="83992"/>
                  <a:pt x="9531638" y="93323"/>
                  <a:pt x="9540864" y="97990"/>
                </a:cubicBezTo>
                <a:cubicBezTo>
                  <a:pt x="9559315" y="97990"/>
                  <a:pt x="9568541" y="107321"/>
                  <a:pt x="9568541" y="121320"/>
                </a:cubicBezTo>
                <a:cubicBezTo>
                  <a:pt x="9568541" y="135319"/>
                  <a:pt x="9559315" y="149317"/>
                  <a:pt x="9545478" y="149317"/>
                </a:cubicBezTo>
                <a:cubicBezTo>
                  <a:pt x="9545478" y="149317"/>
                  <a:pt x="9545478" y="149317"/>
                  <a:pt x="9540864" y="149317"/>
                </a:cubicBezTo>
                <a:cubicBezTo>
                  <a:pt x="9531638" y="149317"/>
                  <a:pt x="9522411" y="158650"/>
                  <a:pt x="9522411" y="167982"/>
                </a:cubicBezTo>
                <a:cubicBezTo>
                  <a:pt x="9522411" y="181981"/>
                  <a:pt x="9531638" y="191313"/>
                  <a:pt x="9540864" y="191313"/>
                </a:cubicBezTo>
                <a:cubicBezTo>
                  <a:pt x="9559315" y="191313"/>
                  <a:pt x="9568541" y="200645"/>
                  <a:pt x="9568541" y="214644"/>
                </a:cubicBezTo>
                <a:cubicBezTo>
                  <a:pt x="9568541" y="233309"/>
                  <a:pt x="9559315" y="242641"/>
                  <a:pt x="9540864" y="242641"/>
                </a:cubicBezTo>
                <a:cubicBezTo>
                  <a:pt x="9531638" y="242641"/>
                  <a:pt x="9522411" y="251972"/>
                  <a:pt x="9522411" y="265971"/>
                </a:cubicBezTo>
                <a:cubicBezTo>
                  <a:pt x="9522411" y="275305"/>
                  <a:pt x="9531638" y="284636"/>
                  <a:pt x="9540864" y="284636"/>
                </a:cubicBezTo>
                <a:cubicBezTo>
                  <a:pt x="9559315" y="284636"/>
                  <a:pt x="9568541" y="298634"/>
                  <a:pt x="9568541" y="312633"/>
                </a:cubicBezTo>
                <a:cubicBezTo>
                  <a:pt x="9568541" y="326632"/>
                  <a:pt x="9559315" y="335964"/>
                  <a:pt x="9540864" y="335964"/>
                </a:cubicBezTo>
                <a:cubicBezTo>
                  <a:pt x="9540864" y="335964"/>
                  <a:pt x="9540864" y="335964"/>
                  <a:pt x="845227" y="335964"/>
                </a:cubicBezTo>
                <a:lnTo>
                  <a:pt x="0" y="335964"/>
                </a:lnTo>
                <a:close/>
              </a:path>
            </a:pathLst>
          </a:custGeom>
          <a:solidFill>
            <a:schemeClr val="tx2"/>
          </a:solidFill>
          <a:ln w="3175">
            <a:noFill/>
          </a:ln>
        </p:spPr>
        <p:txBody>
          <a:bodyPr wrap="square" lIns="630000" tIns="0" rIns="360000" bIns="0" anchor="ctr">
            <a:noAutofit/>
          </a:bodyPr>
          <a:lstStyle>
            <a:lvl1pPr marL="0" indent="0">
              <a:lnSpc>
                <a:spcPct val="100000"/>
              </a:lnSpc>
              <a:buNone/>
              <a:defRPr sz="1500" b="1" cap="all" baseline="0">
                <a:solidFill>
                  <a:schemeClr val="bg1"/>
                </a:solidFill>
                <a:latin typeface="+mn-lt"/>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noProof="0"/>
              <a:t>Click to edit master text styles</a:t>
            </a:r>
          </a:p>
        </p:txBody>
      </p:sp>
      <p:sp>
        <p:nvSpPr>
          <p:cNvPr id="4" name="Espace réservé de la date 3">
            <a:extLst>
              <a:ext uri="{FF2B5EF4-FFF2-40B4-BE49-F238E27FC236}">
                <a16:creationId xmlns:a16="http://schemas.microsoft.com/office/drawing/2014/main" id="{0023D345-337F-488B-8D03-DF3DDDA5DDF5}"/>
              </a:ext>
            </a:extLst>
          </p:cNvPr>
          <p:cNvSpPr>
            <a:spLocks noGrp="1"/>
          </p:cNvSpPr>
          <p:nvPr>
            <p:ph type="dt" sz="half" idx="15"/>
          </p:nvPr>
        </p:nvSpPr>
        <p:spPr/>
        <p:txBody>
          <a:bodyPr/>
          <a:lstStyle/>
          <a:p>
            <a:r>
              <a:rPr lang="en-US" noProof="0"/>
              <a:t>YYYY/MM/DD</a:t>
            </a:r>
            <a:endParaRPr lang="en-US" b="0" noProof="0"/>
          </a:p>
        </p:txBody>
      </p:sp>
      <p:sp>
        <p:nvSpPr>
          <p:cNvPr id="7" name="Espace réservé du pied de page 6">
            <a:extLst>
              <a:ext uri="{FF2B5EF4-FFF2-40B4-BE49-F238E27FC236}">
                <a16:creationId xmlns:a16="http://schemas.microsoft.com/office/drawing/2014/main" id="{509EADAA-0C96-4D73-B394-C1A53CEA1029}"/>
              </a:ext>
            </a:extLst>
          </p:cNvPr>
          <p:cNvSpPr>
            <a:spLocks noGrp="1"/>
          </p:cNvSpPr>
          <p:nvPr>
            <p:ph type="ftr" sz="quarter" idx="16"/>
          </p:nvPr>
        </p:nvSpPr>
        <p:spPr/>
        <p:txBody>
          <a:bodyPr/>
          <a:lstStyle/>
          <a:p>
            <a:r>
              <a:rPr lang="en-US" noProof="0"/>
              <a:t>Communication Department</a:t>
            </a:r>
            <a:endParaRPr lang="en-US" b="0" noProof="0"/>
          </a:p>
        </p:txBody>
      </p:sp>
      <p:sp>
        <p:nvSpPr>
          <p:cNvPr id="8" name="Espace réservé du numéro de diapositive 7">
            <a:extLst>
              <a:ext uri="{FF2B5EF4-FFF2-40B4-BE49-F238E27FC236}">
                <a16:creationId xmlns:a16="http://schemas.microsoft.com/office/drawing/2014/main" id="{257223AC-9555-4A04-BCAD-D73603C5E654}"/>
              </a:ext>
            </a:extLst>
          </p:cNvPr>
          <p:cNvSpPr>
            <a:spLocks noGrp="1"/>
          </p:cNvSpPr>
          <p:nvPr>
            <p:ph type="sldNum" sz="quarter" idx="17"/>
          </p:nvPr>
        </p:nvSpPr>
        <p:spPr/>
        <p:txBody>
          <a:bodyPr/>
          <a:lstStyle/>
          <a:p>
            <a:fld id="{975A587B-5814-4D9B-9598-FE9CB954CB01}" type="slidenum">
              <a:rPr lang="en-US" noProof="0" smtClean="0"/>
              <a:pPr/>
              <a:t>‹#›</a:t>
            </a:fld>
            <a:endParaRPr lang="en-US" b="0" noProof="0"/>
          </a:p>
        </p:txBody>
      </p:sp>
      <p:sp>
        <p:nvSpPr>
          <p:cNvPr id="20" name="Espace réservé du graphique 2">
            <a:extLst>
              <a:ext uri="{FF2B5EF4-FFF2-40B4-BE49-F238E27FC236}">
                <a16:creationId xmlns:a16="http://schemas.microsoft.com/office/drawing/2014/main" id="{AAABAA74-A49C-4F16-BABB-0A1D93DDA82F}"/>
              </a:ext>
            </a:extLst>
          </p:cNvPr>
          <p:cNvSpPr>
            <a:spLocks noGrp="1"/>
          </p:cNvSpPr>
          <p:nvPr>
            <p:ph type="chart" sz="quarter" idx="20" hasCustomPrompt="1"/>
          </p:nvPr>
        </p:nvSpPr>
        <p:spPr>
          <a:xfrm>
            <a:off x="536400" y="2556822"/>
            <a:ext cx="5076000" cy="3636000"/>
          </a:xfrm>
          <a:noFill/>
        </p:spPr>
        <p:txBody>
          <a:bodyPr anchor="ctr"/>
          <a:lstStyle>
            <a:lvl1pPr algn="ctr">
              <a:defRPr sz="1200" b="0"/>
            </a:lvl1pPr>
          </a:lstStyle>
          <a:p>
            <a:r>
              <a:rPr lang="en-US" noProof="0"/>
              <a:t>Graph</a:t>
            </a:r>
          </a:p>
        </p:txBody>
      </p:sp>
      <p:sp>
        <p:nvSpPr>
          <p:cNvPr id="21" name="Espace réservé du graphique 2">
            <a:extLst>
              <a:ext uri="{FF2B5EF4-FFF2-40B4-BE49-F238E27FC236}">
                <a16:creationId xmlns:a16="http://schemas.microsoft.com/office/drawing/2014/main" id="{EBA46C1A-FD0D-44CC-9BA2-F8724E59CBE7}"/>
              </a:ext>
            </a:extLst>
          </p:cNvPr>
          <p:cNvSpPr>
            <a:spLocks noGrp="1"/>
          </p:cNvSpPr>
          <p:nvPr>
            <p:ph type="chart" sz="quarter" idx="21" hasCustomPrompt="1"/>
          </p:nvPr>
        </p:nvSpPr>
        <p:spPr>
          <a:xfrm>
            <a:off x="6321428" y="2556822"/>
            <a:ext cx="5076000" cy="3636000"/>
          </a:xfrm>
          <a:noFill/>
        </p:spPr>
        <p:txBody>
          <a:bodyPr anchor="ctr"/>
          <a:lstStyle>
            <a:lvl1pPr algn="ctr">
              <a:defRPr sz="1200" b="0"/>
            </a:lvl1pPr>
          </a:lstStyle>
          <a:p>
            <a:r>
              <a:rPr lang="en-US" noProof="0"/>
              <a:t>Graph</a:t>
            </a:r>
          </a:p>
        </p:txBody>
      </p:sp>
      <p:sp>
        <p:nvSpPr>
          <p:cNvPr id="11" name="Espace réservé du texte 10">
            <a:extLst>
              <a:ext uri="{FF2B5EF4-FFF2-40B4-BE49-F238E27FC236}">
                <a16:creationId xmlns:a16="http://schemas.microsoft.com/office/drawing/2014/main" id="{8C7A5F77-9A92-46CF-AF0E-296CA94F051F}"/>
              </a:ext>
            </a:extLst>
          </p:cNvPr>
          <p:cNvSpPr>
            <a:spLocks noGrp="1"/>
          </p:cNvSpPr>
          <p:nvPr>
            <p:ph type="body" sz="quarter" idx="13" hasCustomPrompt="1"/>
          </p:nvPr>
        </p:nvSpPr>
        <p:spPr>
          <a:xfrm>
            <a:off x="536400" y="1304733"/>
            <a:ext cx="5076000" cy="1707159"/>
          </a:xfrm>
        </p:spPr>
        <p:txBody>
          <a:bodyPr/>
          <a:lstStyle>
            <a:lvl1pPr>
              <a:defRPr sz="1900"/>
            </a:lvl1pPr>
            <a:lvl2pPr>
              <a:defRPr sz="1700"/>
            </a:lvl2pPr>
            <a:lvl3pPr>
              <a:defRPr sz="1500"/>
            </a:lvl3pPr>
            <a:lvl4pPr>
              <a:defRPr sz="1300"/>
            </a:lvl4pPr>
            <a:lvl5pPr>
              <a:defRPr sz="1300"/>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Tree>
    <p:extLst>
      <p:ext uri="{BB962C8B-B14F-4D97-AF65-F5344CB8AC3E}">
        <p14:creationId xmlns:p14="http://schemas.microsoft.com/office/powerpoint/2010/main" val="3903565377"/>
      </p:ext>
    </p:extLst>
  </p:cSld>
  <p:clrMapOvr>
    <a:masterClrMapping/>
  </p:clrMapOvr>
  <p:extLst>
    <p:ext uri="{DCECCB84-F9BA-43D5-87BE-67443E8EF086}">
      <p15:sldGuideLst xmlns:p15="http://schemas.microsoft.com/office/powerpoint/2012/main">
        <p15:guide id="2" pos="3840" userDrawn="1">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ext with a graph">
    <p:spTree>
      <p:nvGrpSpPr>
        <p:cNvPr id="1" name=""/>
        <p:cNvGrpSpPr/>
        <p:nvPr/>
      </p:nvGrpSpPr>
      <p:grpSpPr>
        <a:xfrm>
          <a:off x="0" y="0"/>
          <a:ext cx="0" cy="0"/>
          <a:chOff x="0" y="0"/>
          <a:chExt cx="0" cy="0"/>
        </a:xfrm>
      </p:grpSpPr>
      <p:sp>
        <p:nvSpPr>
          <p:cNvPr id="17" name="Espace réservé du texte 16">
            <a:extLst>
              <a:ext uri="{FF2B5EF4-FFF2-40B4-BE49-F238E27FC236}">
                <a16:creationId xmlns:a16="http://schemas.microsoft.com/office/drawing/2014/main" id="{38D92F9C-9CF1-426A-9EA7-935D5427C4DA}"/>
              </a:ext>
            </a:extLst>
          </p:cNvPr>
          <p:cNvSpPr>
            <a:spLocks noGrp="1"/>
          </p:cNvSpPr>
          <p:nvPr>
            <p:ph type="body" idx="1" hasCustomPrompt="1"/>
          </p:nvPr>
        </p:nvSpPr>
        <p:spPr>
          <a:xfrm>
            <a:off x="1" y="449849"/>
            <a:ext cx="9683261" cy="335964"/>
          </a:xfrm>
          <a:custGeom>
            <a:avLst/>
            <a:gdLst>
              <a:gd name="connsiteX0" fmla="*/ 9609373 w 9683261"/>
              <a:gd name="connsiteY0" fmla="*/ 237817 h 335964"/>
              <a:gd name="connsiteX1" fmla="*/ 9632706 w 9683261"/>
              <a:gd name="connsiteY1" fmla="*/ 261358 h 335964"/>
              <a:gd name="connsiteX2" fmla="*/ 9609373 w 9683261"/>
              <a:gd name="connsiteY2" fmla="*/ 284899 h 335964"/>
              <a:gd name="connsiteX3" fmla="*/ 9586041 w 9683261"/>
              <a:gd name="connsiteY3" fmla="*/ 261358 h 335964"/>
              <a:gd name="connsiteX4" fmla="*/ 9609373 w 9683261"/>
              <a:gd name="connsiteY4" fmla="*/ 237817 h 335964"/>
              <a:gd name="connsiteX5" fmla="*/ 9669650 w 9683261"/>
              <a:gd name="connsiteY5" fmla="*/ 200069 h 335964"/>
              <a:gd name="connsiteX6" fmla="*/ 9683261 w 9683261"/>
              <a:gd name="connsiteY6" fmla="*/ 212909 h 335964"/>
              <a:gd name="connsiteX7" fmla="*/ 9669650 w 9683261"/>
              <a:gd name="connsiteY7" fmla="*/ 225749 h 335964"/>
              <a:gd name="connsiteX8" fmla="*/ 9656038 w 9683261"/>
              <a:gd name="connsiteY8" fmla="*/ 212909 h 335964"/>
              <a:gd name="connsiteX9" fmla="*/ 9669650 w 9683261"/>
              <a:gd name="connsiteY9" fmla="*/ 200069 h 335964"/>
              <a:gd name="connsiteX10" fmla="*/ 9609373 w 9683261"/>
              <a:gd name="connsiteY10" fmla="*/ 143445 h 335964"/>
              <a:gd name="connsiteX11" fmla="*/ 9632706 w 9683261"/>
              <a:gd name="connsiteY11" fmla="*/ 166987 h 335964"/>
              <a:gd name="connsiteX12" fmla="*/ 9609373 w 9683261"/>
              <a:gd name="connsiteY12" fmla="*/ 190527 h 335964"/>
              <a:gd name="connsiteX13" fmla="*/ 9586041 w 9683261"/>
              <a:gd name="connsiteY13" fmla="*/ 166987 h 335964"/>
              <a:gd name="connsiteX14" fmla="*/ 9609373 w 9683261"/>
              <a:gd name="connsiteY14" fmla="*/ 143445 h 335964"/>
              <a:gd name="connsiteX15" fmla="*/ 9669650 w 9683261"/>
              <a:gd name="connsiteY15" fmla="*/ 101921 h 335964"/>
              <a:gd name="connsiteX16" fmla="*/ 9683261 w 9683261"/>
              <a:gd name="connsiteY16" fmla="*/ 114762 h 335964"/>
              <a:gd name="connsiteX17" fmla="*/ 9669650 w 9683261"/>
              <a:gd name="connsiteY17" fmla="*/ 127602 h 335964"/>
              <a:gd name="connsiteX18" fmla="*/ 9656038 w 9683261"/>
              <a:gd name="connsiteY18" fmla="*/ 114762 h 335964"/>
              <a:gd name="connsiteX19" fmla="*/ 9669650 w 9683261"/>
              <a:gd name="connsiteY19" fmla="*/ 101921 h 335964"/>
              <a:gd name="connsiteX20" fmla="*/ 9609373 w 9683261"/>
              <a:gd name="connsiteY20" fmla="*/ 50961 h 335964"/>
              <a:gd name="connsiteX21" fmla="*/ 9632706 w 9683261"/>
              <a:gd name="connsiteY21" fmla="*/ 74501 h 335964"/>
              <a:gd name="connsiteX22" fmla="*/ 9609373 w 9683261"/>
              <a:gd name="connsiteY22" fmla="*/ 98043 h 335964"/>
              <a:gd name="connsiteX23" fmla="*/ 9586041 w 9683261"/>
              <a:gd name="connsiteY23" fmla="*/ 74501 h 335964"/>
              <a:gd name="connsiteX24" fmla="*/ 9609373 w 9683261"/>
              <a:gd name="connsiteY24" fmla="*/ 50961 h 335964"/>
              <a:gd name="connsiteX25" fmla="*/ 0 w 9683261"/>
              <a:gd name="connsiteY25" fmla="*/ 0 h 335964"/>
              <a:gd name="connsiteX26" fmla="*/ 739665 w 9683261"/>
              <a:gd name="connsiteY26" fmla="*/ 0 h 335964"/>
              <a:gd name="connsiteX27" fmla="*/ 9540864 w 9683261"/>
              <a:gd name="connsiteY27" fmla="*/ 0 h 335964"/>
              <a:gd name="connsiteX28" fmla="*/ 9568541 w 9683261"/>
              <a:gd name="connsiteY28" fmla="*/ 27997 h 335964"/>
              <a:gd name="connsiteX29" fmla="*/ 9540864 w 9683261"/>
              <a:gd name="connsiteY29" fmla="*/ 55995 h 335964"/>
              <a:gd name="connsiteX30" fmla="*/ 9522411 w 9683261"/>
              <a:gd name="connsiteY30" fmla="*/ 74659 h 335964"/>
              <a:gd name="connsiteX31" fmla="*/ 9540864 w 9683261"/>
              <a:gd name="connsiteY31" fmla="*/ 97990 h 335964"/>
              <a:gd name="connsiteX32" fmla="*/ 9568541 w 9683261"/>
              <a:gd name="connsiteY32" fmla="*/ 121320 h 335964"/>
              <a:gd name="connsiteX33" fmla="*/ 9545478 w 9683261"/>
              <a:gd name="connsiteY33" fmla="*/ 149317 h 335964"/>
              <a:gd name="connsiteX34" fmla="*/ 9540864 w 9683261"/>
              <a:gd name="connsiteY34" fmla="*/ 149317 h 335964"/>
              <a:gd name="connsiteX35" fmla="*/ 9522411 w 9683261"/>
              <a:gd name="connsiteY35" fmla="*/ 167982 h 335964"/>
              <a:gd name="connsiteX36" fmla="*/ 9540864 w 9683261"/>
              <a:gd name="connsiteY36" fmla="*/ 191313 h 335964"/>
              <a:gd name="connsiteX37" fmla="*/ 9568541 w 9683261"/>
              <a:gd name="connsiteY37" fmla="*/ 214644 h 335964"/>
              <a:gd name="connsiteX38" fmla="*/ 9540864 w 9683261"/>
              <a:gd name="connsiteY38" fmla="*/ 242641 h 335964"/>
              <a:gd name="connsiteX39" fmla="*/ 9522411 w 9683261"/>
              <a:gd name="connsiteY39" fmla="*/ 265971 h 335964"/>
              <a:gd name="connsiteX40" fmla="*/ 9540864 w 9683261"/>
              <a:gd name="connsiteY40" fmla="*/ 284636 h 335964"/>
              <a:gd name="connsiteX41" fmla="*/ 9568541 w 9683261"/>
              <a:gd name="connsiteY41" fmla="*/ 312633 h 335964"/>
              <a:gd name="connsiteX42" fmla="*/ 9540864 w 9683261"/>
              <a:gd name="connsiteY42" fmla="*/ 335964 h 335964"/>
              <a:gd name="connsiteX43" fmla="*/ 845227 w 9683261"/>
              <a:gd name="connsiteY43" fmla="*/ 335964 h 335964"/>
              <a:gd name="connsiteX44" fmla="*/ 0 w 9683261"/>
              <a:gd name="connsiteY44" fmla="*/ 335964 h 3359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Lst>
            <a:rect l="l" t="t" r="r" b="b"/>
            <a:pathLst>
              <a:path w="9683261" h="335964">
                <a:moveTo>
                  <a:pt x="9609373" y="237817"/>
                </a:moveTo>
                <a:cubicBezTo>
                  <a:pt x="9622259" y="237817"/>
                  <a:pt x="9632706" y="248357"/>
                  <a:pt x="9632706" y="261358"/>
                </a:cubicBezTo>
                <a:cubicBezTo>
                  <a:pt x="9632706" y="274359"/>
                  <a:pt x="9622259" y="284899"/>
                  <a:pt x="9609373" y="284899"/>
                </a:cubicBezTo>
                <a:cubicBezTo>
                  <a:pt x="9596486" y="284899"/>
                  <a:pt x="9586041" y="274359"/>
                  <a:pt x="9586041" y="261358"/>
                </a:cubicBezTo>
                <a:cubicBezTo>
                  <a:pt x="9586041" y="248357"/>
                  <a:pt x="9596486" y="237817"/>
                  <a:pt x="9609373" y="237817"/>
                </a:cubicBezTo>
                <a:close/>
                <a:moveTo>
                  <a:pt x="9669650" y="200069"/>
                </a:moveTo>
                <a:cubicBezTo>
                  <a:pt x="9677168" y="200069"/>
                  <a:pt x="9683261" y="205817"/>
                  <a:pt x="9683261" y="212909"/>
                </a:cubicBezTo>
                <a:cubicBezTo>
                  <a:pt x="9683261" y="220001"/>
                  <a:pt x="9677168" y="225749"/>
                  <a:pt x="9669650" y="225749"/>
                </a:cubicBezTo>
                <a:cubicBezTo>
                  <a:pt x="9662132" y="225749"/>
                  <a:pt x="9656038" y="220001"/>
                  <a:pt x="9656038" y="212909"/>
                </a:cubicBezTo>
                <a:cubicBezTo>
                  <a:pt x="9656038" y="205817"/>
                  <a:pt x="9662132" y="200069"/>
                  <a:pt x="9669650" y="200069"/>
                </a:cubicBezTo>
                <a:close/>
                <a:moveTo>
                  <a:pt x="9609373" y="143445"/>
                </a:moveTo>
                <a:cubicBezTo>
                  <a:pt x="9622259" y="143445"/>
                  <a:pt x="9632706" y="153985"/>
                  <a:pt x="9632706" y="166987"/>
                </a:cubicBezTo>
                <a:cubicBezTo>
                  <a:pt x="9632706" y="179987"/>
                  <a:pt x="9622259" y="190527"/>
                  <a:pt x="9609373" y="190527"/>
                </a:cubicBezTo>
                <a:cubicBezTo>
                  <a:pt x="9596486" y="190527"/>
                  <a:pt x="9586041" y="179987"/>
                  <a:pt x="9586041" y="166987"/>
                </a:cubicBezTo>
                <a:cubicBezTo>
                  <a:pt x="9586041" y="153985"/>
                  <a:pt x="9596486" y="143445"/>
                  <a:pt x="9609373" y="143445"/>
                </a:cubicBezTo>
                <a:close/>
                <a:moveTo>
                  <a:pt x="9669650" y="101921"/>
                </a:moveTo>
                <a:cubicBezTo>
                  <a:pt x="9677168" y="101921"/>
                  <a:pt x="9683261" y="107670"/>
                  <a:pt x="9683261" y="114762"/>
                </a:cubicBezTo>
                <a:cubicBezTo>
                  <a:pt x="9683261" y="121855"/>
                  <a:pt x="9677168" y="127602"/>
                  <a:pt x="9669650" y="127602"/>
                </a:cubicBezTo>
                <a:cubicBezTo>
                  <a:pt x="9662132" y="127602"/>
                  <a:pt x="9656038" y="121855"/>
                  <a:pt x="9656038" y="114762"/>
                </a:cubicBezTo>
                <a:cubicBezTo>
                  <a:pt x="9656038" y="107670"/>
                  <a:pt x="9662132" y="101921"/>
                  <a:pt x="9669650" y="101921"/>
                </a:cubicBezTo>
                <a:close/>
                <a:moveTo>
                  <a:pt x="9609373" y="50961"/>
                </a:moveTo>
                <a:cubicBezTo>
                  <a:pt x="9622259" y="50961"/>
                  <a:pt x="9632706" y="61501"/>
                  <a:pt x="9632706" y="74501"/>
                </a:cubicBezTo>
                <a:cubicBezTo>
                  <a:pt x="9632706" y="87503"/>
                  <a:pt x="9622259" y="98043"/>
                  <a:pt x="9609373" y="98043"/>
                </a:cubicBezTo>
                <a:cubicBezTo>
                  <a:pt x="9596486" y="98043"/>
                  <a:pt x="9586041" y="87503"/>
                  <a:pt x="9586041" y="74501"/>
                </a:cubicBezTo>
                <a:cubicBezTo>
                  <a:pt x="9586041" y="61501"/>
                  <a:pt x="9596486" y="50961"/>
                  <a:pt x="9609373" y="50961"/>
                </a:cubicBezTo>
                <a:close/>
                <a:moveTo>
                  <a:pt x="0" y="0"/>
                </a:moveTo>
                <a:lnTo>
                  <a:pt x="739665" y="0"/>
                </a:lnTo>
                <a:cubicBezTo>
                  <a:pt x="2800514" y="0"/>
                  <a:pt x="5636951" y="0"/>
                  <a:pt x="9540864" y="0"/>
                </a:cubicBezTo>
                <a:cubicBezTo>
                  <a:pt x="9559315" y="0"/>
                  <a:pt x="9568541" y="13999"/>
                  <a:pt x="9568541" y="27997"/>
                </a:cubicBezTo>
                <a:cubicBezTo>
                  <a:pt x="9568541" y="41996"/>
                  <a:pt x="9559315" y="55995"/>
                  <a:pt x="9540864" y="55995"/>
                </a:cubicBezTo>
                <a:cubicBezTo>
                  <a:pt x="9531638" y="55995"/>
                  <a:pt x="9522411" y="65327"/>
                  <a:pt x="9522411" y="74659"/>
                </a:cubicBezTo>
                <a:cubicBezTo>
                  <a:pt x="9522411" y="83992"/>
                  <a:pt x="9531638" y="93323"/>
                  <a:pt x="9540864" y="97990"/>
                </a:cubicBezTo>
                <a:cubicBezTo>
                  <a:pt x="9559315" y="97990"/>
                  <a:pt x="9568541" y="107321"/>
                  <a:pt x="9568541" y="121320"/>
                </a:cubicBezTo>
                <a:cubicBezTo>
                  <a:pt x="9568541" y="135319"/>
                  <a:pt x="9559315" y="149317"/>
                  <a:pt x="9545478" y="149317"/>
                </a:cubicBezTo>
                <a:cubicBezTo>
                  <a:pt x="9545478" y="149317"/>
                  <a:pt x="9545478" y="149317"/>
                  <a:pt x="9540864" y="149317"/>
                </a:cubicBezTo>
                <a:cubicBezTo>
                  <a:pt x="9531638" y="149317"/>
                  <a:pt x="9522411" y="158650"/>
                  <a:pt x="9522411" y="167982"/>
                </a:cubicBezTo>
                <a:cubicBezTo>
                  <a:pt x="9522411" y="181981"/>
                  <a:pt x="9531638" y="191313"/>
                  <a:pt x="9540864" y="191313"/>
                </a:cubicBezTo>
                <a:cubicBezTo>
                  <a:pt x="9559315" y="191313"/>
                  <a:pt x="9568541" y="200645"/>
                  <a:pt x="9568541" y="214644"/>
                </a:cubicBezTo>
                <a:cubicBezTo>
                  <a:pt x="9568541" y="233309"/>
                  <a:pt x="9559315" y="242641"/>
                  <a:pt x="9540864" y="242641"/>
                </a:cubicBezTo>
                <a:cubicBezTo>
                  <a:pt x="9531638" y="242641"/>
                  <a:pt x="9522411" y="251972"/>
                  <a:pt x="9522411" y="265971"/>
                </a:cubicBezTo>
                <a:cubicBezTo>
                  <a:pt x="9522411" y="275305"/>
                  <a:pt x="9531638" y="284636"/>
                  <a:pt x="9540864" y="284636"/>
                </a:cubicBezTo>
                <a:cubicBezTo>
                  <a:pt x="9559315" y="284636"/>
                  <a:pt x="9568541" y="298634"/>
                  <a:pt x="9568541" y="312633"/>
                </a:cubicBezTo>
                <a:cubicBezTo>
                  <a:pt x="9568541" y="326632"/>
                  <a:pt x="9559315" y="335964"/>
                  <a:pt x="9540864" y="335964"/>
                </a:cubicBezTo>
                <a:cubicBezTo>
                  <a:pt x="9540864" y="335964"/>
                  <a:pt x="9540864" y="335964"/>
                  <a:pt x="845227" y="335964"/>
                </a:cubicBezTo>
                <a:lnTo>
                  <a:pt x="0" y="335964"/>
                </a:lnTo>
                <a:close/>
              </a:path>
            </a:pathLst>
          </a:custGeom>
          <a:solidFill>
            <a:schemeClr val="tx2"/>
          </a:solidFill>
          <a:ln w="3175">
            <a:noFill/>
          </a:ln>
        </p:spPr>
        <p:txBody>
          <a:bodyPr wrap="square" lIns="630000" tIns="0" rIns="360000" bIns="0" anchor="ctr">
            <a:noAutofit/>
          </a:bodyPr>
          <a:lstStyle>
            <a:lvl1pPr marL="0" indent="0">
              <a:lnSpc>
                <a:spcPct val="100000"/>
              </a:lnSpc>
              <a:buNone/>
              <a:defRPr sz="1500" b="1" cap="all" baseline="0">
                <a:solidFill>
                  <a:schemeClr val="bg1"/>
                </a:solidFill>
                <a:latin typeface="+mn-lt"/>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noProof="0"/>
              <a:t>Click to edit master text styles</a:t>
            </a:r>
          </a:p>
        </p:txBody>
      </p:sp>
      <p:sp>
        <p:nvSpPr>
          <p:cNvPr id="4" name="Espace réservé de la date 3">
            <a:extLst>
              <a:ext uri="{FF2B5EF4-FFF2-40B4-BE49-F238E27FC236}">
                <a16:creationId xmlns:a16="http://schemas.microsoft.com/office/drawing/2014/main" id="{0023D345-337F-488B-8D03-DF3DDDA5DDF5}"/>
              </a:ext>
            </a:extLst>
          </p:cNvPr>
          <p:cNvSpPr>
            <a:spLocks noGrp="1"/>
          </p:cNvSpPr>
          <p:nvPr>
            <p:ph type="dt" sz="half" idx="15"/>
          </p:nvPr>
        </p:nvSpPr>
        <p:spPr/>
        <p:txBody>
          <a:bodyPr/>
          <a:lstStyle/>
          <a:p>
            <a:r>
              <a:rPr lang="en-US" noProof="0"/>
              <a:t>YYYY/MM/DD</a:t>
            </a:r>
            <a:endParaRPr lang="en-US" b="0" noProof="0"/>
          </a:p>
        </p:txBody>
      </p:sp>
      <p:sp>
        <p:nvSpPr>
          <p:cNvPr id="7" name="Espace réservé du pied de page 6">
            <a:extLst>
              <a:ext uri="{FF2B5EF4-FFF2-40B4-BE49-F238E27FC236}">
                <a16:creationId xmlns:a16="http://schemas.microsoft.com/office/drawing/2014/main" id="{509EADAA-0C96-4D73-B394-C1A53CEA1029}"/>
              </a:ext>
            </a:extLst>
          </p:cNvPr>
          <p:cNvSpPr>
            <a:spLocks noGrp="1"/>
          </p:cNvSpPr>
          <p:nvPr>
            <p:ph type="ftr" sz="quarter" idx="16"/>
          </p:nvPr>
        </p:nvSpPr>
        <p:spPr/>
        <p:txBody>
          <a:bodyPr/>
          <a:lstStyle/>
          <a:p>
            <a:r>
              <a:rPr lang="en-US" noProof="0"/>
              <a:t>Communication Department</a:t>
            </a:r>
            <a:endParaRPr lang="en-US" b="0" noProof="0"/>
          </a:p>
        </p:txBody>
      </p:sp>
      <p:sp>
        <p:nvSpPr>
          <p:cNvPr id="8" name="Espace réservé du numéro de diapositive 7">
            <a:extLst>
              <a:ext uri="{FF2B5EF4-FFF2-40B4-BE49-F238E27FC236}">
                <a16:creationId xmlns:a16="http://schemas.microsoft.com/office/drawing/2014/main" id="{257223AC-9555-4A04-BCAD-D73603C5E654}"/>
              </a:ext>
            </a:extLst>
          </p:cNvPr>
          <p:cNvSpPr>
            <a:spLocks noGrp="1"/>
          </p:cNvSpPr>
          <p:nvPr>
            <p:ph type="sldNum" sz="quarter" idx="17"/>
          </p:nvPr>
        </p:nvSpPr>
        <p:spPr/>
        <p:txBody>
          <a:bodyPr/>
          <a:lstStyle/>
          <a:p>
            <a:fld id="{975A587B-5814-4D9B-9598-FE9CB954CB01}" type="slidenum">
              <a:rPr lang="en-US" noProof="0" smtClean="0"/>
              <a:pPr/>
              <a:t>‹#›</a:t>
            </a:fld>
            <a:endParaRPr lang="en-US" b="0" noProof="0"/>
          </a:p>
        </p:txBody>
      </p:sp>
      <p:sp>
        <p:nvSpPr>
          <p:cNvPr id="20" name="Espace réservé du graphique 2">
            <a:extLst>
              <a:ext uri="{FF2B5EF4-FFF2-40B4-BE49-F238E27FC236}">
                <a16:creationId xmlns:a16="http://schemas.microsoft.com/office/drawing/2014/main" id="{AAABAA74-A49C-4F16-BABB-0A1D93DDA82F}"/>
              </a:ext>
            </a:extLst>
          </p:cNvPr>
          <p:cNvSpPr>
            <a:spLocks noGrp="1"/>
          </p:cNvSpPr>
          <p:nvPr>
            <p:ph type="chart" sz="quarter" idx="20" hasCustomPrompt="1"/>
          </p:nvPr>
        </p:nvSpPr>
        <p:spPr>
          <a:xfrm>
            <a:off x="536400" y="2556822"/>
            <a:ext cx="11052484" cy="3744000"/>
          </a:xfrm>
          <a:noFill/>
        </p:spPr>
        <p:txBody>
          <a:bodyPr anchor="ctr"/>
          <a:lstStyle>
            <a:lvl1pPr algn="ctr">
              <a:defRPr sz="1200" b="0"/>
            </a:lvl1pPr>
          </a:lstStyle>
          <a:p>
            <a:r>
              <a:rPr lang="en-US" noProof="0"/>
              <a:t>Graph</a:t>
            </a:r>
          </a:p>
        </p:txBody>
      </p:sp>
      <p:sp>
        <p:nvSpPr>
          <p:cNvPr id="11" name="Espace réservé du texte 10">
            <a:extLst>
              <a:ext uri="{FF2B5EF4-FFF2-40B4-BE49-F238E27FC236}">
                <a16:creationId xmlns:a16="http://schemas.microsoft.com/office/drawing/2014/main" id="{8C7A5F77-9A92-46CF-AF0E-296CA94F051F}"/>
              </a:ext>
            </a:extLst>
          </p:cNvPr>
          <p:cNvSpPr>
            <a:spLocks noGrp="1"/>
          </p:cNvSpPr>
          <p:nvPr>
            <p:ph type="body" sz="quarter" idx="13" hasCustomPrompt="1"/>
          </p:nvPr>
        </p:nvSpPr>
        <p:spPr>
          <a:xfrm>
            <a:off x="536400" y="1337159"/>
            <a:ext cx="11052484" cy="1707159"/>
          </a:xfrm>
        </p:spPr>
        <p:txBody>
          <a:bodyPr/>
          <a:lstStyle>
            <a:lvl1pPr>
              <a:defRPr sz="2400"/>
            </a:lvl1pPr>
            <a:lvl2pPr>
              <a:defRPr sz="2400"/>
            </a:lvl2pPr>
            <a:lvl3pPr>
              <a:defRPr sz="1800"/>
            </a:lvl3pPr>
            <a:lvl4pPr>
              <a:defRPr sz="1600"/>
            </a:lvl4pPr>
            <a:lvl5pPr>
              <a:defRPr sz="1600"/>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Tree>
    <p:extLst>
      <p:ext uri="{BB962C8B-B14F-4D97-AF65-F5344CB8AC3E}">
        <p14:creationId xmlns:p14="http://schemas.microsoft.com/office/powerpoint/2010/main" val="1149024673"/>
      </p:ext>
    </p:extLst>
  </p:cSld>
  <p:clrMapOvr>
    <a:masterClrMapping/>
  </p:clrMapOvr>
  <p:extLst>
    <p:ext uri="{DCECCB84-F9BA-43D5-87BE-67443E8EF086}">
      <p15:sldGuideLst xmlns:p15="http://schemas.microsoft.com/office/powerpoint/2012/main">
        <p15:guide id="2" pos="3840" userDrawn="1">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ext with a graph and a frame ">
    <p:spTree>
      <p:nvGrpSpPr>
        <p:cNvPr id="1" name=""/>
        <p:cNvGrpSpPr/>
        <p:nvPr/>
      </p:nvGrpSpPr>
      <p:grpSpPr>
        <a:xfrm>
          <a:off x="0" y="0"/>
          <a:ext cx="0" cy="0"/>
          <a:chOff x="0" y="0"/>
          <a:chExt cx="0" cy="0"/>
        </a:xfrm>
      </p:grpSpPr>
      <p:sp>
        <p:nvSpPr>
          <p:cNvPr id="17" name="Espace réservé du texte 16">
            <a:extLst>
              <a:ext uri="{FF2B5EF4-FFF2-40B4-BE49-F238E27FC236}">
                <a16:creationId xmlns:a16="http://schemas.microsoft.com/office/drawing/2014/main" id="{38D92F9C-9CF1-426A-9EA7-935D5427C4DA}"/>
              </a:ext>
            </a:extLst>
          </p:cNvPr>
          <p:cNvSpPr>
            <a:spLocks noGrp="1"/>
          </p:cNvSpPr>
          <p:nvPr>
            <p:ph type="body" idx="1" hasCustomPrompt="1"/>
          </p:nvPr>
        </p:nvSpPr>
        <p:spPr>
          <a:xfrm>
            <a:off x="1" y="449849"/>
            <a:ext cx="9683261" cy="335964"/>
          </a:xfrm>
          <a:custGeom>
            <a:avLst/>
            <a:gdLst>
              <a:gd name="connsiteX0" fmla="*/ 9609373 w 9683261"/>
              <a:gd name="connsiteY0" fmla="*/ 237817 h 335964"/>
              <a:gd name="connsiteX1" fmla="*/ 9632706 w 9683261"/>
              <a:gd name="connsiteY1" fmla="*/ 261358 h 335964"/>
              <a:gd name="connsiteX2" fmla="*/ 9609373 w 9683261"/>
              <a:gd name="connsiteY2" fmla="*/ 284899 h 335964"/>
              <a:gd name="connsiteX3" fmla="*/ 9586041 w 9683261"/>
              <a:gd name="connsiteY3" fmla="*/ 261358 h 335964"/>
              <a:gd name="connsiteX4" fmla="*/ 9609373 w 9683261"/>
              <a:gd name="connsiteY4" fmla="*/ 237817 h 335964"/>
              <a:gd name="connsiteX5" fmla="*/ 9669650 w 9683261"/>
              <a:gd name="connsiteY5" fmla="*/ 200069 h 335964"/>
              <a:gd name="connsiteX6" fmla="*/ 9683261 w 9683261"/>
              <a:gd name="connsiteY6" fmla="*/ 212909 h 335964"/>
              <a:gd name="connsiteX7" fmla="*/ 9669650 w 9683261"/>
              <a:gd name="connsiteY7" fmla="*/ 225749 h 335964"/>
              <a:gd name="connsiteX8" fmla="*/ 9656038 w 9683261"/>
              <a:gd name="connsiteY8" fmla="*/ 212909 h 335964"/>
              <a:gd name="connsiteX9" fmla="*/ 9669650 w 9683261"/>
              <a:gd name="connsiteY9" fmla="*/ 200069 h 335964"/>
              <a:gd name="connsiteX10" fmla="*/ 9609373 w 9683261"/>
              <a:gd name="connsiteY10" fmla="*/ 143445 h 335964"/>
              <a:gd name="connsiteX11" fmla="*/ 9632706 w 9683261"/>
              <a:gd name="connsiteY11" fmla="*/ 166987 h 335964"/>
              <a:gd name="connsiteX12" fmla="*/ 9609373 w 9683261"/>
              <a:gd name="connsiteY12" fmla="*/ 190527 h 335964"/>
              <a:gd name="connsiteX13" fmla="*/ 9586041 w 9683261"/>
              <a:gd name="connsiteY13" fmla="*/ 166987 h 335964"/>
              <a:gd name="connsiteX14" fmla="*/ 9609373 w 9683261"/>
              <a:gd name="connsiteY14" fmla="*/ 143445 h 335964"/>
              <a:gd name="connsiteX15" fmla="*/ 9669650 w 9683261"/>
              <a:gd name="connsiteY15" fmla="*/ 101921 h 335964"/>
              <a:gd name="connsiteX16" fmla="*/ 9683261 w 9683261"/>
              <a:gd name="connsiteY16" fmla="*/ 114762 h 335964"/>
              <a:gd name="connsiteX17" fmla="*/ 9669650 w 9683261"/>
              <a:gd name="connsiteY17" fmla="*/ 127602 h 335964"/>
              <a:gd name="connsiteX18" fmla="*/ 9656038 w 9683261"/>
              <a:gd name="connsiteY18" fmla="*/ 114762 h 335964"/>
              <a:gd name="connsiteX19" fmla="*/ 9669650 w 9683261"/>
              <a:gd name="connsiteY19" fmla="*/ 101921 h 335964"/>
              <a:gd name="connsiteX20" fmla="*/ 9609373 w 9683261"/>
              <a:gd name="connsiteY20" fmla="*/ 50961 h 335964"/>
              <a:gd name="connsiteX21" fmla="*/ 9632706 w 9683261"/>
              <a:gd name="connsiteY21" fmla="*/ 74501 h 335964"/>
              <a:gd name="connsiteX22" fmla="*/ 9609373 w 9683261"/>
              <a:gd name="connsiteY22" fmla="*/ 98043 h 335964"/>
              <a:gd name="connsiteX23" fmla="*/ 9586041 w 9683261"/>
              <a:gd name="connsiteY23" fmla="*/ 74501 h 335964"/>
              <a:gd name="connsiteX24" fmla="*/ 9609373 w 9683261"/>
              <a:gd name="connsiteY24" fmla="*/ 50961 h 335964"/>
              <a:gd name="connsiteX25" fmla="*/ 0 w 9683261"/>
              <a:gd name="connsiteY25" fmla="*/ 0 h 335964"/>
              <a:gd name="connsiteX26" fmla="*/ 739665 w 9683261"/>
              <a:gd name="connsiteY26" fmla="*/ 0 h 335964"/>
              <a:gd name="connsiteX27" fmla="*/ 9540864 w 9683261"/>
              <a:gd name="connsiteY27" fmla="*/ 0 h 335964"/>
              <a:gd name="connsiteX28" fmla="*/ 9568541 w 9683261"/>
              <a:gd name="connsiteY28" fmla="*/ 27997 h 335964"/>
              <a:gd name="connsiteX29" fmla="*/ 9540864 w 9683261"/>
              <a:gd name="connsiteY29" fmla="*/ 55995 h 335964"/>
              <a:gd name="connsiteX30" fmla="*/ 9522411 w 9683261"/>
              <a:gd name="connsiteY30" fmla="*/ 74659 h 335964"/>
              <a:gd name="connsiteX31" fmla="*/ 9540864 w 9683261"/>
              <a:gd name="connsiteY31" fmla="*/ 97990 h 335964"/>
              <a:gd name="connsiteX32" fmla="*/ 9568541 w 9683261"/>
              <a:gd name="connsiteY32" fmla="*/ 121320 h 335964"/>
              <a:gd name="connsiteX33" fmla="*/ 9545478 w 9683261"/>
              <a:gd name="connsiteY33" fmla="*/ 149317 h 335964"/>
              <a:gd name="connsiteX34" fmla="*/ 9540864 w 9683261"/>
              <a:gd name="connsiteY34" fmla="*/ 149317 h 335964"/>
              <a:gd name="connsiteX35" fmla="*/ 9522411 w 9683261"/>
              <a:gd name="connsiteY35" fmla="*/ 167982 h 335964"/>
              <a:gd name="connsiteX36" fmla="*/ 9540864 w 9683261"/>
              <a:gd name="connsiteY36" fmla="*/ 191313 h 335964"/>
              <a:gd name="connsiteX37" fmla="*/ 9568541 w 9683261"/>
              <a:gd name="connsiteY37" fmla="*/ 214644 h 335964"/>
              <a:gd name="connsiteX38" fmla="*/ 9540864 w 9683261"/>
              <a:gd name="connsiteY38" fmla="*/ 242641 h 335964"/>
              <a:gd name="connsiteX39" fmla="*/ 9522411 w 9683261"/>
              <a:gd name="connsiteY39" fmla="*/ 265971 h 335964"/>
              <a:gd name="connsiteX40" fmla="*/ 9540864 w 9683261"/>
              <a:gd name="connsiteY40" fmla="*/ 284636 h 335964"/>
              <a:gd name="connsiteX41" fmla="*/ 9568541 w 9683261"/>
              <a:gd name="connsiteY41" fmla="*/ 312633 h 335964"/>
              <a:gd name="connsiteX42" fmla="*/ 9540864 w 9683261"/>
              <a:gd name="connsiteY42" fmla="*/ 335964 h 335964"/>
              <a:gd name="connsiteX43" fmla="*/ 845227 w 9683261"/>
              <a:gd name="connsiteY43" fmla="*/ 335964 h 335964"/>
              <a:gd name="connsiteX44" fmla="*/ 0 w 9683261"/>
              <a:gd name="connsiteY44" fmla="*/ 335964 h 3359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Lst>
            <a:rect l="l" t="t" r="r" b="b"/>
            <a:pathLst>
              <a:path w="9683261" h="335964">
                <a:moveTo>
                  <a:pt x="9609373" y="237817"/>
                </a:moveTo>
                <a:cubicBezTo>
                  <a:pt x="9622259" y="237817"/>
                  <a:pt x="9632706" y="248357"/>
                  <a:pt x="9632706" y="261358"/>
                </a:cubicBezTo>
                <a:cubicBezTo>
                  <a:pt x="9632706" y="274359"/>
                  <a:pt x="9622259" y="284899"/>
                  <a:pt x="9609373" y="284899"/>
                </a:cubicBezTo>
                <a:cubicBezTo>
                  <a:pt x="9596486" y="284899"/>
                  <a:pt x="9586041" y="274359"/>
                  <a:pt x="9586041" y="261358"/>
                </a:cubicBezTo>
                <a:cubicBezTo>
                  <a:pt x="9586041" y="248357"/>
                  <a:pt x="9596486" y="237817"/>
                  <a:pt x="9609373" y="237817"/>
                </a:cubicBezTo>
                <a:close/>
                <a:moveTo>
                  <a:pt x="9669650" y="200069"/>
                </a:moveTo>
                <a:cubicBezTo>
                  <a:pt x="9677168" y="200069"/>
                  <a:pt x="9683261" y="205817"/>
                  <a:pt x="9683261" y="212909"/>
                </a:cubicBezTo>
                <a:cubicBezTo>
                  <a:pt x="9683261" y="220001"/>
                  <a:pt x="9677168" y="225749"/>
                  <a:pt x="9669650" y="225749"/>
                </a:cubicBezTo>
                <a:cubicBezTo>
                  <a:pt x="9662132" y="225749"/>
                  <a:pt x="9656038" y="220001"/>
                  <a:pt x="9656038" y="212909"/>
                </a:cubicBezTo>
                <a:cubicBezTo>
                  <a:pt x="9656038" y="205817"/>
                  <a:pt x="9662132" y="200069"/>
                  <a:pt x="9669650" y="200069"/>
                </a:cubicBezTo>
                <a:close/>
                <a:moveTo>
                  <a:pt x="9609373" y="143445"/>
                </a:moveTo>
                <a:cubicBezTo>
                  <a:pt x="9622259" y="143445"/>
                  <a:pt x="9632706" y="153985"/>
                  <a:pt x="9632706" y="166987"/>
                </a:cubicBezTo>
                <a:cubicBezTo>
                  <a:pt x="9632706" y="179987"/>
                  <a:pt x="9622259" y="190527"/>
                  <a:pt x="9609373" y="190527"/>
                </a:cubicBezTo>
                <a:cubicBezTo>
                  <a:pt x="9596486" y="190527"/>
                  <a:pt x="9586041" y="179987"/>
                  <a:pt x="9586041" y="166987"/>
                </a:cubicBezTo>
                <a:cubicBezTo>
                  <a:pt x="9586041" y="153985"/>
                  <a:pt x="9596486" y="143445"/>
                  <a:pt x="9609373" y="143445"/>
                </a:cubicBezTo>
                <a:close/>
                <a:moveTo>
                  <a:pt x="9669650" y="101921"/>
                </a:moveTo>
                <a:cubicBezTo>
                  <a:pt x="9677168" y="101921"/>
                  <a:pt x="9683261" y="107670"/>
                  <a:pt x="9683261" y="114762"/>
                </a:cubicBezTo>
                <a:cubicBezTo>
                  <a:pt x="9683261" y="121855"/>
                  <a:pt x="9677168" y="127602"/>
                  <a:pt x="9669650" y="127602"/>
                </a:cubicBezTo>
                <a:cubicBezTo>
                  <a:pt x="9662132" y="127602"/>
                  <a:pt x="9656038" y="121855"/>
                  <a:pt x="9656038" y="114762"/>
                </a:cubicBezTo>
                <a:cubicBezTo>
                  <a:pt x="9656038" y="107670"/>
                  <a:pt x="9662132" y="101921"/>
                  <a:pt x="9669650" y="101921"/>
                </a:cubicBezTo>
                <a:close/>
                <a:moveTo>
                  <a:pt x="9609373" y="50961"/>
                </a:moveTo>
                <a:cubicBezTo>
                  <a:pt x="9622259" y="50961"/>
                  <a:pt x="9632706" y="61501"/>
                  <a:pt x="9632706" y="74501"/>
                </a:cubicBezTo>
                <a:cubicBezTo>
                  <a:pt x="9632706" y="87503"/>
                  <a:pt x="9622259" y="98043"/>
                  <a:pt x="9609373" y="98043"/>
                </a:cubicBezTo>
                <a:cubicBezTo>
                  <a:pt x="9596486" y="98043"/>
                  <a:pt x="9586041" y="87503"/>
                  <a:pt x="9586041" y="74501"/>
                </a:cubicBezTo>
                <a:cubicBezTo>
                  <a:pt x="9586041" y="61501"/>
                  <a:pt x="9596486" y="50961"/>
                  <a:pt x="9609373" y="50961"/>
                </a:cubicBezTo>
                <a:close/>
                <a:moveTo>
                  <a:pt x="0" y="0"/>
                </a:moveTo>
                <a:lnTo>
                  <a:pt x="739665" y="0"/>
                </a:lnTo>
                <a:cubicBezTo>
                  <a:pt x="2800514" y="0"/>
                  <a:pt x="5636951" y="0"/>
                  <a:pt x="9540864" y="0"/>
                </a:cubicBezTo>
                <a:cubicBezTo>
                  <a:pt x="9559315" y="0"/>
                  <a:pt x="9568541" y="13999"/>
                  <a:pt x="9568541" y="27997"/>
                </a:cubicBezTo>
                <a:cubicBezTo>
                  <a:pt x="9568541" y="41996"/>
                  <a:pt x="9559315" y="55995"/>
                  <a:pt x="9540864" y="55995"/>
                </a:cubicBezTo>
                <a:cubicBezTo>
                  <a:pt x="9531638" y="55995"/>
                  <a:pt x="9522411" y="65327"/>
                  <a:pt x="9522411" y="74659"/>
                </a:cubicBezTo>
                <a:cubicBezTo>
                  <a:pt x="9522411" y="83992"/>
                  <a:pt x="9531638" y="93323"/>
                  <a:pt x="9540864" y="97990"/>
                </a:cubicBezTo>
                <a:cubicBezTo>
                  <a:pt x="9559315" y="97990"/>
                  <a:pt x="9568541" y="107321"/>
                  <a:pt x="9568541" y="121320"/>
                </a:cubicBezTo>
                <a:cubicBezTo>
                  <a:pt x="9568541" y="135319"/>
                  <a:pt x="9559315" y="149317"/>
                  <a:pt x="9545478" y="149317"/>
                </a:cubicBezTo>
                <a:cubicBezTo>
                  <a:pt x="9545478" y="149317"/>
                  <a:pt x="9545478" y="149317"/>
                  <a:pt x="9540864" y="149317"/>
                </a:cubicBezTo>
                <a:cubicBezTo>
                  <a:pt x="9531638" y="149317"/>
                  <a:pt x="9522411" y="158650"/>
                  <a:pt x="9522411" y="167982"/>
                </a:cubicBezTo>
                <a:cubicBezTo>
                  <a:pt x="9522411" y="181981"/>
                  <a:pt x="9531638" y="191313"/>
                  <a:pt x="9540864" y="191313"/>
                </a:cubicBezTo>
                <a:cubicBezTo>
                  <a:pt x="9559315" y="191313"/>
                  <a:pt x="9568541" y="200645"/>
                  <a:pt x="9568541" y="214644"/>
                </a:cubicBezTo>
                <a:cubicBezTo>
                  <a:pt x="9568541" y="233309"/>
                  <a:pt x="9559315" y="242641"/>
                  <a:pt x="9540864" y="242641"/>
                </a:cubicBezTo>
                <a:cubicBezTo>
                  <a:pt x="9531638" y="242641"/>
                  <a:pt x="9522411" y="251972"/>
                  <a:pt x="9522411" y="265971"/>
                </a:cubicBezTo>
                <a:cubicBezTo>
                  <a:pt x="9522411" y="275305"/>
                  <a:pt x="9531638" y="284636"/>
                  <a:pt x="9540864" y="284636"/>
                </a:cubicBezTo>
                <a:cubicBezTo>
                  <a:pt x="9559315" y="284636"/>
                  <a:pt x="9568541" y="298634"/>
                  <a:pt x="9568541" y="312633"/>
                </a:cubicBezTo>
                <a:cubicBezTo>
                  <a:pt x="9568541" y="326632"/>
                  <a:pt x="9559315" y="335964"/>
                  <a:pt x="9540864" y="335964"/>
                </a:cubicBezTo>
                <a:cubicBezTo>
                  <a:pt x="9540864" y="335964"/>
                  <a:pt x="9540864" y="335964"/>
                  <a:pt x="845227" y="335964"/>
                </a:cubicBezTo>
                <a:lnTo>
                  <a:pt x="0" y="335964"/>
                </a:lnTo>
                <a:close/>
              </a:path>
            </a:pathLst>
          </a:custGeom>
          <a:solidFill>
            <a:schemeClr val="tx2"/>
          </a:solidFill>
          <a:ln w="3175">
            <a:noFill/>
          </a:ln>
        </p:spPr>
        <p:txBody>
          <a:bodyPr wrap="square" lIns="630000" tIns="0" rIns="360000" bIns="0" anchor="ctr">
            <a:noAutofit/>
          </a:bodyPr>
          <a:lstStyle>
            <a:lvl1pPr marL="0" indent="0">
              <a:lnSpc>
                <a:spcPct val="100000"/>
              </a:lnSpc>
              <a:buNone/>
              <a:defRPr sz="1500" b="1" cap="all" baseline="0">
                <a:solidFill>
                  <a:schemeClr val="bg1"/>
                </a:solidFill>
                <a:latin typeface="+mn-lt"/>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noProof="0"/>
              <a:t>Click to edit master text styles</a:t>
            </a:r>
          </a:p>
        </p:txBody>
      </p:sp>
      <p:sp>
        <p:nvSpPr>
          <p:cNvPr id="4" name="Espace réservé de la date 3">
            <a:extLst>
              <a:ext uri="{FF2B5EF4-FFF2-40B4-BE49-F238E27FC236}">
                <a16:creationId xmlns:a16="http://schemas.microsoft.com/office/drawing/2014/main" id="{0023D345-337F-488B-8D03-DF3DDDA5DDF5}"/>
              </a:ext>
            </a:extLst>
          </p:cNvPr>
          <p:cNvSpPr>
            <a:spLocks noGrp="1"/>
          </p:cNvSpPr>
          <p:nvPr>
            <p:ph type="dt" sz="half" idx="15"/>
          </p:nvPr>
        </p:nvSpPr>
        <p:spPr/>
        <p:txBody>
          <a:bodyPr/>
          <a:lstStyle/>
          <a:p>
            <a:r>
              <a:rPr lang="en-US" noProof="0"/>
              <a:t>YYYY/MM/DD</a:t>
            </a:r>
            <a:endParaRPr lang="en-US" b="0" noProof="0"/>
          </a:p>
        </p:txBody>
      </p:sp>
      <p:sp>
        <p:nvSpPr>
          <p:cNvPr id="7" name="Espace réservé du pied de page 6">
            <a:extLst>
              <a:ext uri="{FF2B5EF4-FFF2-40B4-BE49-F238E27FC236}">
                <a16:creationId xmlns:a16="http://schemas.microsoft.com/office/drawing/2014/main" id="{509EADAA-0C96-4D73-B394-C1A53CEA1029}"/>
              </a:ext>
            </a:extLst>
          </p:cNvPr>
          <p:cNvSpPr>
            <a:spLocks noGrp="1"/>
          </p:cNvSpPr>
          <p:nvPr>
            <p:ph type="ftr" sz="quarter" idx="16"/>
          </p:nvPr>
        </p:nvSpPr>
        <p:spPr/>
        <p:txBody>
          <a:bodyPr/>
          <a:lstStyle/>
          <a:p>
            <a:r>
              <a:rPr lang="en-US" noProof="0"/>
              <a:t>Communication Department</a:t>
            </a:r>
            <a:endParaRPr lang="en-US" b="0" noProof="0"/>
          </a:p>
        </p:txBody>
      </p:sp>
      <p:sp>
        <p:nvSpPr>
          <p:cNvPr id="8" name="Espace réservé du numéro de diapositive 7">
            <a:extLst>
              <a:ext uri="{FF2B5EF4-FFF2-40B4-BE49-F238E27FC236}">
                <a16:creationId xmlns:a16="http://schemas.microsoft.com/office/drawing/2014/main" id="{257223AC-9555-4A04-BCAD-D73603C5E654}"/>
              </a:ext>
            </a:extLst>
          </p:cNvPr>
          <p:cNvSpPr>
            <a:spLocks noGrp="1"/>
          </p:cNvSpPr>
          <p:nvPr>
            <p:ph type="sldNum" sz="quarter" idx="17"/>
          </p:nvPr>
        </p:nvSpPr>
        <p:spPr/>
        <p:txBody>
          <a:bodyPr/>
          <a:lstStyle/>
          <a:p>
            <a:fld id="{975A587B-5814-4D9B-9598-FE9CB954CB01}" type="slidenum">
              <a:rPr lang="en-US" noProof="0" smtClean="0"/>
              <a:pPr/>
              <a:t>‹#›</a:t>
            </a:fld>
            <a:endParaRPr lang="en-US" b="0" noProof="0"/>
          </a:p>
        </p:txBody>
      </p:sp>
      <p:sp>
        <p:nvSpPr>
          <p:cNvPr id="20" name="Espace réservé du graphique 2">
            <a:extLst>
              <a:ext uri="{FF2B5EF4-FFF2-40B4-BE49-F238E27FC236}">
                <a16:creationId xmlns:a16="http://schemas.microsoft.com/office/drawing/2014/main" id="{AAABAA74-A49C-4F16-BABB-0A1D93DDA82F}"/>
              </a:ext>
            </a:extLst>
          </p:cNvPr>
          <p:cNvSpPr>
            <a:spLocks noGrp="1"/>
          </p:cNvSpPr>
          <p:nvPr>
            <p:ph type="chart" sz="quarter" idx="20" hasCustomPrompt="1"/>
          </p:nvPr>
        </p:nvSpPr>
        <p:spPr>
          <a:xfrm>
            <a:off x="536400" y="2556822"/>
            <a:ext cx="7019999" cy="3600138"/>
          </a:xfrm>
          <a:noFill/>
        </p:spPr>
        <p:txBody>
          <a:bodyPr anchor="ctr"/>
          <a:lstStyle>
            <a:lvl1pPr algn="ctr">
              <a:defRPr sz="1200" b="0"/>
            </a:lvl1pPr>
          </a:lstStyle>
          <a:p>
            <a:r>
              <a:rPr lang="en-US" noProof="0"/>
              <a:t>Graph</a:t>
            </a:r>
          </a:p>
        </p:txBody>
      </p:sp>
      <p:sp>
        <p:nvSpPr>
          <p:cNvPr id="11" name="Espace réservé du texte 10">
            <a:extLst>
              <a:ext uri="{FF2B5EF4-FFF2-40B4-BE49-F238E27FC236}">
                <a16:creationId xmlns:a16="http://schemas.microsoft.com/office/drawing/2014/main" id="{8C7A5F77-9A92-46CF-AF0E-296CA94F051F}"/>
              </a:ext>
            </a:extLst>
          </p:cNvPr>
          <p:cNvSpPr>
            <a:spLocks noGrp="1"/>
          </p:cNvSpPr>
          <p:nvPr>
            <p:ph type="body" sz="quarter" idx="13" hasCustomPrompt="1"/>
          </p:nvPr>
        </p:nvSpPr>
        <p:spPr>
          <a:xfrm>
            <a:off x="536399" y="1337159"/>
            <a:ext cx="7020000" cy="1707159"/>
          </a:xfrm>
        </p:spPr>
        <p:txBody>
          <a:bodyPr/>
          <a:lstStyle>
            <a:lvl1pPr>
              <a:defRPr sz="2400"/>
            </a:lvl1pPr>
            <a:lvl2pPr>
              <a:defRPr sz="2400"/>
            </a:lvl2pPr>
            <a:lvl3pPr>
              <a:defRPr sz="1800"/>
            </a:lvl3pPr>
            <a:lvl4pPr>
              <a:defRPr sz="1600"/>
            </a:lvl4pPr>
            <a:lvl5pPr>
              <a:defRPr sz="1600"/>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3" name="Espace réservé du texte 12">
            <a:extLst>
              <a:ext uri="{FF2B5EF4-FFF2-40B4-BE49-F238E27FC236}">
                <a16:creationId xmlns:a16="http://schemas.microsoft.com/office/drawing/2014/main" id="{718BF0D1-2051-4CDC-8776-6ACE284695A6}"/>
              </a:ext>
            </a:extLst>
          </p:cNvPr>
          <p:cNvSpPr>
            <a:spLocks noGrp="1"/>
          </p:cNvSpPr>
          <p:nvPr>
            <p:ph type="body" sz="quarter" idx="18" hasCustomPrompt="1"/>
          </p:nvPr>
        </p:nvSpPr>
        <p:spPr>
          <a:xfrm>
            <a:off x="7917908" y="1288067"/>
            <a:ext cx="3656872" cy="4868893"/>
          </a:xfrm>
          <a:custGeom>
            <a:avLst/>
            <a:gdLst>
              <a:gd name="connsiteX0" fmla="*/ 0 w 3656872"/>
              <a:gd name="connsiteY0" fmla="*/ 0 h 4868893"/>
              <a:gd name="connsiteX1" fmla="*/ 3656872 w 3656872"/>
              <a:gd name="connsiteY1" fmla="*/ 0 h 4868893"/>
              <a:gd name="connsiteX2" fmla="*/ 3656872 w 3656872"/>
              <a:gd name="connsiteY2" fmla="*/ 4868893 h 4868893"/>
              <a:gd name="connsiteX3" fmla="*/ 0 w 3656872"/>
              <a:gd name="connsiteY3" fmla="*/ 4868893 h 4868893"/>
            </a:gdLst>
            <a:ahLst/>
            <a:cxnLst>
              <a:cxn ang="0">
                <a:pos x="connsiteX0" y="connsiteY0"/>
              </a:cxn>
              <a:cxn ang="0">
                <a:pos x="connsiteX1" y="connsiteY1"/>
              </a:cxn>
              <a:cxn ang="0">
                <a:pos x="connsiteX2" y="connsiteY2"/>
              </a:cxn>
              <a:cxn ang="0">
                <a:pos x="connsiteX3" y="connsiteY3"/>
              </a:cxn>
            </a:cxnLst>
            <a:rect l="l" t="t" r="r" b="b"/>
            <a:pathLst>
              <a:path w="3656872" h="4868893">
                <a:moveTo>
                  <a:pt x="0" y="0"/>
                </a:moveTo>
                <a:lnTo>
                  <a:pt x="3656872" y="0"/>
                </a:lnTo>
                <a:lnTo>
                  <a:pt x="3656872" y="4868893"/>
                </a:lnTo>
                <a:lnTo>
                  <a:pt x="0" y="4868893"/>
                </a:lnTo>
                <a:close/>
              </a:path>
            </a:pathLst>
          </a:custGeom>
          <a:solidFill>
            <a:schemeClr val="tx2"/>
          </a:solidFill>
        </p:spPr>
        <p:txBody>
          <a:bodyPr wrap="square" lIns="288000" tIns="288000" rIns="288000" bIns="288000">
            <a:noAutofit/>
          </a:bodyPr>
          <a:lstStyle>
            <a:lvl1pPr>
              <a:defRPr sz="1900">
                <a:solidFill>
                  <a:schemeClr val="bg1"/>
                </a:solidFill>
              </a:defRPr>
            </a:lvl1pPr>
            <a:lvl2pPr>
              <a:defRPr sz="1900">
                <a:solidFill>
                  <a:schemeClr val="bg1"/>
                </a:solidFill>
              </a:defRPr>
            </a:lvl2pPr>
            <a:lvl3pPr>
              <a:defRPr sz="1500">
                <a:solidFill>
                  <a:schemeClr val="bg1"/>
                </a:solidFill>
              </a:defRPr>
            </a:lvl3pPr>
            <a:lvl4pPr>
              <a:defRPr sz="1300">
                <a:solidFill>
                  <a:schemeClr val="bg1"/>
                </a:solidFill>
              </a:defRPr>
            </a:lvl4pPr>
            <a:lvl5pPr>
              <a:defRPr sz="1300">
                <a:solidFill>
                  <a:schemeClr val="bg1"/>
                </a:solidFill>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Tree>
    <p:extLst>
      <p:ext uri="{BB962C8B-B14F-4D97-AF65-F5344CB8AC3E}">
        <p14:creationId xmlns:p14="http://schemas.microsoft.com/office/powerpoint/2010/main" val="1975020412"/>
      </p:ext>
    </p:extLst>
  </p:cSld>
  <p:clrMapOvr>
    <a:masterClrMapping/>
  </p:clrMapOvr>
  <p:extLst>
    <p:ext uri="{DCECCB84-F9BA-43D5-87BE-67443E8EF086}">
      <p15:sldGuideLst xmlns:p15="http://schemas.microsoft.com/office/powerpoint/2012/main">
        <p15:guide id="2" pos="3840" userDrawn="1">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Graph with 2 texts in 2 frames">
    <p:spTree>
      <p:nvGrpSpPr>
        <p:cNvPr id="1" name=""/>
        <p:cNvGrpSpPr/>
        <p:nvPr/>
      </p:nvGrpSpPr>
      <p:grpSpPr>
        <a:xfrm>
          <a:off x="0" y="0"/>
          <a:ext cx="0" cy="0"/>
          <a:chOff x="0" y="0"/>
          <a:chExt cx="0" cy="0"/>
        </a:xfrm>
      </p:grpSpPr>
      <p:sp>
        <p:nvSpPr>
          <p:cNvPr id="17" name="Espace réservé du texte 16">
            <a:extLst>
              <a:ext uri="{FF2B5EF4-FFF2-40B4-BE49-F238E27FC236}">
                <a16:creationId xmlns:a16="http://schemas.microsoft.com/office/drawing/2014/main" id="{38D92F9C-9CF1-426A-9EA7-935D5427C4DA}"/>
              </a:ext>
            </a:extLst>
          </p:cNvPr>
          <p:cNvSpPr>
            <a:spLocks noGrp="1"/>
          </p:cNvSpPr>
          <p:nvPr>
            <p:ph type="body" idx="1" hasCustomPrompt="1"/>
          </p:nvPr>
        </p:nvSpPr>
        <p:spPr>
          <a:xfrm>
            <a:off x="1" y="449849"/>
            <a:ext cx="9683261" cy="335964"/>
          </a:xfrm>
          <a:custGeom>
            <a:avLst/>
            <a:gdLst>
              <a:gd name="connsiteX0" fmla="*/ 9609373 w 9683261"/>
              <a:gd name="connsiteY0" fmla="*/ 237817 h 335964"/>
              <a:gd name="connsiteX1" fmla="*/ 9632706 w 9683261"/>
              <a:gd name="connsiteY1" fmla="*/ 261358 h 335964"/>
              <a:gd name="connsiteX2" fmla="*/ 9609373 w 9683261"/>
              <a:gd name="connsiteY2" fmla="*/ 284899 h 335964"/>
              <a:gd name="connsiteX3" fmla="*/ 9586041 w 9683261"/>
              <a:gd name="connsiteY3" fmla="*/ 261358 h 335964"/>
              <a:gd name="connsiteX4" fmla="*/ 9609373 w 9683261"/>
              <a:gd name="connsiteY4" fmla="*/ 237817 h 335964"/>
              <a:gd name="connsiteX5" fmla="*/ 9669650 w 9683261"/>
              <a:gd name="connsiteY5" fmla="*/ 200069 h 335964"/>
              <a:gd name="connsiteX6" fmla="*/ 9683261 w 9683261"/>
              <a:gd name="connsiteY6" fmla="*/ 212909 h 335964"/>
              <a:gd name="connsiteX7" fmla="*/ 9669650 w 9683261"/>
              <a:gd name="connsiteY7" fmla="*/ 225749 h 335964"/>
              <a:gd name="connsiteX8" fmla="*/ 9656038 w 9683261"/>
              <a:gd name="connsiteY8" fmla="*/ 212909 h 335964"/>
              <a:gd name="connsiteX9" fmla="*/ 9669650 w 9683261"/>
              <a:gd name="connsiteY9" fmla="*/ 200069 h 335964"/>
              <a:gd name="connsiteX10" fmla="*/ 9609373 w 9683261"/>
              <a:gd name="connsiteY10" fmla="*/ 143445 h 335964"/>
              <a:gd name="connsiteX11" fmla="*/ 9632706 w 9683261"/>
              <a:gd name="connsiteY11" fmla="*/ 166987 h 335964"/>
              <a:gd name="connsiteX12" fmla="*/ 9609373 w 9683261"/>
              <a:gd name="connsiteY12" fmla="*/ 190527 h 335964"/>
              <a:gd name="connsiteX13" fmla="*/ 9586041 w 9683261"/>
              <a:gd name="connsiteY13" fmla="*/ 166987 h 335964"/>
              <a:gd name="connsiteX14" fmla="*/ 9609373 w 9683261"/>
              <a:gd name="connsiteY14" fmla="*/ 143445 h 335964"/>
              <a:gd name="connsiteX15" fmla="*/ 9669650 w 9683261"/>
              <a:gd name="connsiteY15" fmla="*/ 101921 h 335964"/>
              <a:gd name="connsiteX16" fmla="*/ 9683261 w 9683261"/>
              <a:gd name="connsiteY16" fmla="*/ 114762 h 335964"/>
              <a:gd name="connsiteX17" fmla="*/ 9669650 w 9683261"/>
              <a:gd name="connsiteY17" fmla="*/ 127602 h 335964"/>
              <a:gd name="connsiteX18" fmla="*/ 9656038 w 9683261"/>
              <a:gd name="connsiteY18" fmla="*/ 114762 h 335964"/>
              <a:gd name="connsiteX19" fmla="*/ 9669650 w 9683261"/>
              <a:gd name="connsiteY19" fmla="*/ 101921 h 335964"/>
              <a:gd name="connsiteX20" fmla="*/ 9609373 w 9683261"/>
              <a:gd name="connsiteY20" fmla="*/ 50961 h 335964"/>
              <a:gd name="connsiteX21" fmla="*/ 9632706 w 9683261"/>
              <a:gd name="connsiteY21" fmla="*/ 74501 h 335964"/>
              <a:gd name="connsiteX22" fmla="*/ 9609373 w 9683261"/>
              <a:gd name="connsiteY22" fmla="*/ 98043 h 335964"/>
              <a:gd name="connsiteX23" fmla="*/ 9586041 w 9683261"/>
              <a:gd name="connsiteY23" fmla="*/ 74501 h 335964"/>
              <a:gd name="connsiteX24" fmla="*/ 9609373 w 9683261"/>
              <a:gd name="connsiteY24" fmla="*/ 50961 h 335964"/>
              <a:gd name="connsiteX25" fmla="*/ 0 w 9683261"/>
              <a:gd name="connsiteY25" fmla="*/ 0 h 335964"/>
              <a:gd name="connsiteX26" fmla="*/ 739665 w 9683261"/>
              <a:gd name="connsiteY26" fmla="*/ 0 h 335964"/>
              <a:gd name="connsiteX27" fmla="*/ 9540864 w 9683261"/>
              <a:gd name="connsiteY27" fmla="*/ 0 h 335964"/>
              <a:gd name="connsiteX28" fmla="*/ 9568541 w 9683261"/>
              <a:gd name="connsiteY28" fmla="*/ 27997 h 335964"/>
              <a:gd name="connsiteX29" fmla="*/ 9540864 w 9683261"/>
              <a:gd name="connsiteY29" fmla="*/ 55995 h 335964"/>
              <a:gd name="connsiteX30" fmla="*/ 9522411 w 9683261"/>
              <a:gd name="connsiteY30" fmla="*/ 74659 h 335964"/>
              <a:gd name="connsiteX31" fmla="*/ 9540864 w 9683261"/>
              <a:gd name="connsiteY31" fmla="*/ 97990 h 335964"/>
              <a:gd name="connsiteX32" fmla="*/ 9568541 w 9683261"/>
              <a:gd name="connsiteY32" fmla="*/ 121320 h 335964"/>
              <a:gd name="connsiteX33" fmla="*/ 9545478 w 9683261"/>
              <a:gd name="connsiteY33" fmla="*/ 149317 h 335964"/>
              <a:gd name="connsiteX34" fmla="*/ 9540864 w 9683261"/>
              <a:gd name="connsiteY34" fmla="*/ 149317 h 335964"/>
              <a:gd name="connsiteX35" fmla="*/ 9522411 w 9683261"/>
              <a:gd name="connsiteY35" fmla="*/ 167982 h 335964"/>
              <a:gd name="connsiteX36" fmla="*/ 9540864 w 9683261"/>
              <a:gd name="connsiteY36" fmla="*/ 191313 h 335964"/>
              <a:gd name="connsiteX37" fmla="*/ 9568541 w 9683261"/>
              <a:gd name="connsiteY37" fmla="*/ 214644 h 335964"/>
              <a:gd name="connsiteX38" fmla="*/ 9540864 w 9683261"/>
              <a:gd name="connsiteY38" fmla="*/ 242641 h 335964"/>
              <a:gd name="connsiteX39" fmla="*/ 9522411 w 9683261"/>
              <a:gd name="connsiteY39" fmla="*/ 265971 h 335964"/>
              <a:gd name="connsiteX40" fmla="*/ 9540864 w 9683261"/>
              <a:gd name="connsiteY40" fmla="*/ 284636 h 335964"/>
              <a:gd name="connsiteX41" fmla="*/ 9568541 w 9683261"/>
              <a:gd name="connsiteY41" fmla="*/ 312633 h 335964"/>
              <a:gd name="connsiteX42" fmla="*/ 9540864 w 9683261"/>
              <a:gd name="connsiteY42" fmla="*/ 335964 h 335964"/>
              <a:gd name="connsiteX43" fmla="*/ 845227 w 9683261"/>
              <a:gd name="connsiteY43" fmla="*/ 335964 h 335964"/>
              <a:gd name="connsiteX44" fmla="*/ 0 w 9683261"/>
              <a:gd name="connsiteY44" fmla="*/ 335964 h 3359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Lst>
            <a:rect l="l" t="t" r="r" b="b"/>
            <a:pathLst>
              <a:path w="9683261" h="335964">
                <a:moveTo>
                  <a:pt x="9609373" y="237817"/>
                </a:moveTo>
                <a:cubicBezTo>
                  <a:pt x="9622259" y="237817"/>
                  <a:pt x="9632706" y="248357"/>
                  <a:pt x="9632706" y="261358"/>
                </a:cubicBezTo>
                <a:cubicBezTo>
                  <a:pt x="9632706" y="274359"/>
                  <a:pt x="9622259" y="284899"/>
                  <a:pt x="9609373" y="284899"/>
                </a:cubicBezTo>
                <a:cubicBezTo>
                  <a:pt x="9596486" y="284899"/>
                  <a:pt x="9586041" y="274359"/>
                  <a:pt x="9586041" y="261358"/>
                </a:cubicBezTo>
                <a:cubicBezTo>
                  <a:pt x="9586041" y="248357"/>
                  <a:pt x="9596486" y="237817"/>
                  <a:pt x="9609373" y="237817"/>
                </a:cubicBezTo>
                <a:close/>
                <a:moveTo>
                  <a:pt x="9669650" y="200069"/>
                </a:moveTo>
                <a:cubicBezTo>
                  <a:pt x="9677168" y="200069"/>
                  <a:pt x="9683261" y="205817"/>
                  <a:pt x="9683261" y="212909"/>
                </a:cubicBezTo>
                <a:cubicBezTo>
                  <a:pt x="9683261" y="220001"/>
                  <a:pt x="9677168" y="225749"/>
                  <a:pt x="9669650" y="225749"/>
                </a:cubicBezTo>
                <a:cubicBezTo>
                  <a:pt x="9662132" y="225749"/>
                  <a:pt x="9656038" y="220001"/>
                  <a:pt x="9656038" y="212909"/>
                </a:cubicBezTo>
                <a:cubicBezTo>
                  <a:pt x="9656038" y="205817"/>
                  <a:pt x="9662132" y="200069"/>
                  <a:pt x="9669650" y="200069"/>
                </a:cubicBezTo>
                <a:close/>
                <a:moveTo>
                  <a:pt x="9609373" y="143445"/>
                </a:moveTo>
                <a:cubicBezTo>
                  <a:pt x="9622259" y="143445"/>
                  <a:pt x="9632706" y="153985"/>
                  <a:pt x="9632706" y="166987"/>
                </a:cubicBezTo>
                <a:cubicBezTo>
                  <a:pt x="9632706" y="179987"/>
                  <a:pt x="9622259" y="190527"/>
                  <a:pt x="9609373" y="190527"/>
                </a:cubicBezTo>
                <a:cubicBezTo>
                  <a:pt x="9596486" y="190527"/>
                  <a:pt x="9586041" y="179987"/>
                  <a:pt x="9586041" y="166987"/>
                </a:cubicBezTo>
                <a:cubicBezTo>
                  <a:pt x="9586041" y="153985"/>
                  <a:pt x="9596486" y="143445"/>
                  <a:pt x="9609373" y="143445"/>
                </a:cubicBezTo>
                <a:close/>
                <a:moveTo>
                  <a:pt x="9669650" y="101921"/>
                </a:moveTo>
                <a:cubicBezTo>
                  <a:pt x="9677168" y="101921"/>
                  <a:pt x="9683261" y="107670"/>
                  <a:pt x="9683261" y="114762"/>
                </a:cubicBezTo>
                <a:cubicBezTo>
                  <a:pt x="9683261" y="121855"/>
                  <a:pt x="9677168" y="127602"/>
                  <a:pt x="9669650" y="127602"/>
                </a:cubicBezTo>
                <a:cubicBezTo>
                  <a:pt x="9662132" y="127602"/>
                  <a:pt x="9656038" y="121855"/>
                  <a:pt x="9656038" y="114762"/>
                </a:cubicBezTo>
                <a:cubicBezTo>
                  <a:pt x="9656038" y="107670"/>
                  <a:pt x="9662132" y="101921"/>
                  <a:pt x="9669650" y="101921"/>
                </a:cubicBezTo>
                <a:close/>
                <a:moveTo>
                  <a:pt x="9609373" y="50961"/>
                </a:moveTo>
                <a:cubicBezTo>
                  <a:pt x="9622259" y="50961"/>
                  <a:pt x="9632706" y="61501"/>
                  <a:pt x="9632706" y="74501"/>
                </a:cubicBezTo>
                <a:cubicBezTo>
                  <a:pt x="9632706" y="87503"/>
                  <a:pt x="9622259" y="98043"/>
                  <a:pt x="9609373" y="98043"/>
                </a:cubicBezTo>
                <a:cubicBezTo>
                  <a:pt x="9596486" y="98043"/>
                  <a:pt x="9586041" y="87503"/>
                  <a:pt x="9586041" y="74501"/>
                </a:cubicBezTo>
                <a:cubicBezTo>
                  <a:pt x="9586041" y="61501"/>
                  <a:pt x="9596486" y="50961"/>
                  <a:pt x="9609373" y="50961"/>
                </a:cubicBezTo>
                <a:close/>
                <a:moveTo>
                  <a:pt x="0" y="0"/>
                </a:moveTo>
                <a:lnTo>
                  <a:pt x="739665" y="0"/>
                </a:lnTo>
                <a:cubicBezTo>
                  <a:pt x="2800514" y="0"/>
                  <a:pt x="5636951" y="0"/>
                  <a:pt x="9540864" y="0"/>
                </a:cubicBezTo>
                <a:cubicBezTo>
                  <a:pt x="9559315" y="0"/>
                  <a:pt x="9568541" y="13999"/>
                  <a:pt x="9568541" y="27997"/>
                </a:cubicBezTo>
                <a:cubicBezTo>
                  <a:pt x="9568541" y="41996"/>
                  <a:pt x="9559315" y="55995"/>
                  <a:pt x="9540864" y="55995"/>
                </a:cubicBezTo>
                <a:cubicBezTo>
                  <a:pt x="9531638" y="55995"/>
                  <a:pt x="9522411" y="65327"/>
                  <a:pt x="9522411" y="74659"/>
                </a:cubicBezTo>
                <a:cubicBezTo>
                  <a:pt x="9522411" y="83992"/>
                  <a:pt x="9531638" y="93323"/>
                  <a:pt x="9540864" y="97990"/>
                </a:cubicBezTo>
                <a:cubicBezTo>
                  <a:pt x="9559315" y="97990"/>
                  <a:pt x="9568541" y="107321"/>
                  <a:pt x="9568541" y="121320"/>
                </a:cubicBezTo>
                <a:cubicBezTo>
                  <a:pt x="9568541" y="135319"/>
                  <a:pt x="9559315" y="149317"/>
                  <a:pt x="9545478" y="149317"/>
                </a:cubicBezTo>
                <a:cubicBezTo>
                  <a:pt x="9545478" y="149317"/>
                  <a:pt x="9545478" y="149317"/>
                  <a:pt x="9540864" y="149317"/>
                </a:cubicBezTo>
                <a:cubicBezTo>
                  <a:pt x="9531638" y="149317"/>
                  <a:pt x="9522411" y="158650"/>
                  <a:pt x="9522411" y="167982"/>
                </a:cubicBezTo>
                <a:cubicBezTo>
                  <a:pt x="9522411" y="181981"/>
                  <a:pt x="9531638" y="191313"/>
                  <a:pt x="9540864" y="191313"/>
                </a:cubicBezTo>
                <a:cubicBezTo>
                  <a:pt x="9559315" y="191313"/>
                  <a:pt x="9568541" y="200645"/>
                  <a:pt x="9568541" y="214644"/>
                </a:cubicBezTo>
                <a:cubicBezTo>
                  <a:pt x="9568541" y="233309"/>
                  <a:pt x="9559315" y="242641"/>
                  <a:pt x="9540864" y="242641"/>
                </a:cubicBezTo>
                <a:cubicBezTo>
                  <a:pt x="9531638" y="242641"/>
                  <a:pt x="9522411" y="251972"/>
                  <a:pt x="9522411" y="265971"/>
                </a:cubicBezTo>
                <a:cubicBezTo>
                  <a:pt x="9522411" y="275305"/>
                  <a:pt x="9531638" y="284636"/>
                  <a:pt x="9540864" y="284636"/>
                </a:cubicBezTo>
                <a:cubicBezTo>
                  <a:pt x="9559315" y="284636"/>
                  <a:pt x="9568541" y="298634"/>
                  <a:pt x="9568541" y="312633"/>
                </a:cubicBezTo>
                <a:cubicBezTo>
                  <a:pt x="9568541" y="326632"/>
                  <a:pt x="9559315" y="335964"/>
                  <a:pt x="9540864" y="335964"/>
                </a:cubicBezTo>
                <a:cubicBezTo>
                  <a:pt x="9540864" y="335964"/>
                  <a:pt x="9540864" y="335964"/>
                  <a:pt x="845227" y="335964"/>
                </a:cubicBezTo>
                <a:lnTo>
                  <a:pt x="0" y="335964"/>
                </a:lnTo>
                <a:close/>
              </a:path>
            </a:pathLst>
          </a:custGeom>
          <a:solidFill>
            <a:schemeClr val="tx2"/>
          </a:solidFill>
          <a:ln w="3175">
            <a:noFill/>
          </a:ln>
        </p:spPr>
        <p:txBody>
          <a:bodyPr wrap="square" lIns="630000" tIns="0" rIns="360000" bIns="0" anchor="ctr">
            <a:noAutofit/>
          </a:bodyPr>
          <a:lstStyle>
            <a:lvl1pPr marL="0" indent="0">
              <a:lnSpc>
                <a:spcPct val="100000"/>
              </a:lnSpc>
              <a:buNone/>
              <a:defRPr sz="1500" b="1" cap="all" baseline="0">
                <a:solidFill>
                  <a:schemeClr val="bg1"/>
                </a:solidFill>
                <a:latin typeface="+mn-lt"/>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noProof="0"/>
              <a:t>Click to edit master text styles</a:t>
            </a:r>
          </a:p>
        </p:txBody>
      </p:sp>
      <p:sp>
        <p:nvSpPr>
          <p:cNvPr id="4" name="Espace réservé de la date 3">
            <a:extLst>
              <a:ext uri="{FF2B5EF4-FFF2-40B4-BE49-F238E27FC236}">
                <a16:creationId xmlns:a16="http://schemas.microsoft.com/office/drawing/2014/main" id="{0023D345-337F-488B-8D03-DF3DDDA5DDF5}"/>
              </a:ext>
            </a:extLst>
          </p:cNvPr>
          <p:cNvSpPr>
            <a:spLocks noGrp="1"/>
          </p:cNvSpPr>
          <p:nvPr>
            <p:ph type="dt" sz="half" idx="15"/>
          </p:nvPr>
        </p:nvSpPr>
        <p:spPr/>
        <p:txBody>
          <a:bodyPr/>
          <a:lstStyle/>
          <a:p>
            <a:r>
              <a:rPr lang="en-US" noProof="0"/>
              <a:t>YYYY/MM/DD</a:t>
            </a:r>
            <a:endParaRPr lang="en-US" b="0" noProof="0"/>
          </a:p>
        </p:txBody>
      </p:sp>
      <p:sp>
        <p:nvSpPr>
          <p:cNvPr id="7" name="Espace réservé du pied de page 6">
            <a:extLst>
              <a:ext uri="{FF2B5EF4-FFF2-40B4-BE49-F238E27FC236}">
                <a16:creationId xmlns:a16="http://schemas.microsoft.com/office/drawing/2014/main" id="{509EADAA-0C96-4D73-B394-C1A53CEA1029}"/>
              </a:ext>
            </a:extLst>
          </p:cNvPr>
          <p:cNvSpPr>
            <a:spLocks noGrp="1"/>
          </p:cNvSpPr>
          <p:nvPr>
            <p:ph type="ftr" sz="quarter" idx="16"/>
          </p:nvPr>
        </p:nvSpPr>
        <p:spPr/>
        <p:txBody>
          <a:bodyPr/>
          <a:lstStyle/>
          <a:p>
            <a:r>
              <a:rPr lang="en-US" noProof="0"/>
              <a:t>Communication Department</a:t>
            </a:r>
            <a:endParaRPr lang="en-US" b="0" noProof="0"/>
          </a:p>
        </p:txBody>
      </p:sp>
      <p:sp>
        <p:nvSpPr>
          <p:cNvPr id="8" name="Espace réservé du numéro de diapositive 7">
            <a:extLst>
              <a:ext uri="{FF2B5EF4-FFF2-40B4-BE49-F238E27FC236}">
                <a16:creationId xmlns:a16="http://schemas.microsoft.com/office/drawing/2014/main" id="{257223AC-9555-4A04-BCAD-D73603C5E654}"/>
              </a:ext>
            </a:extLst>
          </p:cNvPr>
          <p:cNvSpPr>
            <a:spLocks noGrp="1"/>
          </p:cNvSpPr>
          <p:nvPr>
            <p:ph type="sldNum" sz="quarter" idx="17"/>
          </p:nvPr>
        </p:nvSpPr>
        <p:spPr/>
        <p:txBody>
          <a:bodyPr/>
          <a:lstStyle/>
          <a:p>
            <a:fld id="{975A587B-5814-4D9B-9598-FE9CB954CB01}" type="slidenum">
              <a:rPr lang="en-US" noProof="0" smtClean="0"/>
              <a:pPr/>
              <a:t>‹#›</a:t>
            </a:fld>
            <a:endParaRPr lang="en-US" b="0" noProof="0"/>
          </a:p>
        </p:txBody>
      </p:sp>
      <p:sp>
        <p:nvSpPr>
          <p:cNvPr id="20" name="Espace réservé du graphique 2">
            <a:extLst>
              <a:ext uri="{FF2B5EF4-FFF2-40B4-BE49-F238E27FC236}">
                <a16:creationId xmlns:a16="http://schemas.microsoft.com/office/drawing/2014/main" id="{AAABAA74-A49C-4F16-BABB-0A1D93DDA82F}"/>
              </a:ext>
            </a:extLst>
          </p:cNvPr>
          <p:cNvSpPr>
            <a:spLocks noGrp="1"/>
          </p:cNvSpPr>
          <p:nvPr>
            <p:ph type="chart" sz="quarter" idx="20" hasCustomPrompt="1"/>
          </p:nvPr>
        </p:nvSpPr>
        <p:spPr>
          <a:xfrm>
            <a:off x="536401" y="1337159"/>
            <a:ext cx="5400000" cy="4819801"/>
          </a:xfrm>
          <a:noFill/>
        </p:spPr>
        <p:txBody>
          <a:bodyPr anchor="ctr"/>
          <a:lstStyle>
            <a:lvl1pPr algn="ctr">
              <a:defRPr sz="1200" b="0"/>
            </a:lvl1pPr>
          </a:lstStyle>
          <a:p>
            <a:r>
              <a:rPr lang="en-US" noProof="0"/>
              <a:t>Graph</a:t>
            </a:r>
          </a:p>
        </p:txBody>
      </p:sp>
      <p:sp>
        <p:nvSpPr>
          <p:cNvPr id="15" name="Espace réservé du texte 14">
            <a:extLst>
              <a:ext uri="{FF2B5EF4-FFF2-40B4-BE49-F238E27FC236}">
                <a16:creationId xmlns:a16="http://schemas.microsoft.com/office/drawing/2014/main" id="{9F20727D-5E83-4E0E-9FB9-68D69A7B531A}"/>
              </a:ext>
            </a:extLst>
          </p:cNvPr>
          <p:cNvSpPr>
            <a:spLocks noGrp="1"/>
          </p:cNvSpPr>
          <p:nvPr>
            <p:ph type="body" sz="quarter" idx="18" hasCustomPrompt="1"/>
          </p:nvPr>
        </p:nvSpPr>
        <p:spPr>
          <a:xfrm>
            <a:off x="6096728" y="1288067"/>
            <a:ext cx="5470432" cy="2300953"/>
          </a:xfrm>
          <a:custGeom>
            <a:avLst/>
            <a:gdLst>
              <a:gd name="connsiteX0" fmla="*/ 0 w 5470432"/>
              <a:gd name="connsiteY0" fmla="*/ 0 h 2300953"/>
              <a:gd name="connsiteX1" fmla="*/ 5470432 w 5470432"/>
              <a:gd name="connsiteY1" fmla="*/ 0 h 2300953"/>
              <a:gd name="connsiteX2" fmla="*/ 5470432 w 5470432"/>
              <a:gd name="connsiteY2" fmla="*/ 2300953 h 2300953"/>
              <a:gd name="connsiteX3" fmla="*/ 0 w 5470432"/>
              <a:gd name="connsiteY3" fmla="*/ 2300953 h 2300953"/>
            </a:gdLst>
            <a:ahLst/>
            <a:cxnLst>
              <a:cxn ang="0">
                <a:pos x="connsiteX0" y="connsiteY0"/>
              </a:cxn>
              <a:cxn ang="0">
                <a:pos x="connsiteX1" y="connsiteY1"/>
              </a:cxn>
              <a:cxn ang="0">
                <a:pos x="connsiteX2" y="connsiteY2"/>
              </a:cxn>
              <a:cxn ang="0">
                <a:pos x="connsiteX3" y="connsiteY3"/>
              </a:cxn>
            </a:cxnLst>
            <a:rect l="l" t="t" r="r" b="b"/>
            <a:pathLst>
              <a:path w="5470432" h="2300953">
                <a:moveTo>
                  <a:pt x="0" y="0"/>
                </a:moveTo>
                <a:lnTo>
                  <a:pt x="5470432" y="0"/>
                </a:lnTo>
                <a:lnTo>
                  <a:pt x="5470432" y="2300953"/>
                </a:lnTo>
                <a:lnTo>
                  <a:pt x="0" y="2300953"/>
                </a:lnTo>
                <a:close/>
              </a:path>
            </a:pathLst>
          </a:custGeom>
          <a:solidFill>
            <a:schemeClr val="tx2"/>
          </a:solidFill>
        </p:spPr>
        <p:txBody>
          <a:bodyPr wrap="square" lIns="252000" tIns="252000" rIns="252000" bIns="252000">
            <a:noAutofit/>
          </a:bodyPr>
          <a:lstStyle>
            <a:lvl1pPr>
              <a:defRPr sz="1900">
                <a:solidFill>
                  <a:schemeClr val="bg1"/>
                </a:solidFill>
              </a:defRPr>
            </a:lvl1pPr>
            <a:lvl2pPr>
              <a:defRPr sz="1900">
                <a:solidFill>
                  <a:schemeClr val="bg1"/>
                </a:solidFill>
              </a:defRPr>
            </a:lvl2pPr>
            <a:lvl3pPr>
              <a:defRPr sz="1500">
                <a:solidFill>
                  <a:schemeClr val="bg1"/>
                </a:solidFill>
              </a:defRPr>
            </a:lvl3pPr>
            <a:lvl4pPr>
              <a:defRPr sz="1300">
                <a:solidFill>
                  <a:schemeClr val="bg1"/>
                </a:solidFill>
              </a:defRPr>
            </a:lvl4pPr>
            <a:lvl5pPr>
              <a:defRPr sz="1300">
                <a:solidFill>
                  <a:schemeClr val="bg1"/>
                </a:solidFill>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6" name="Espace réservé du texte 15">
            <a:extLst>
              <a:ext uri="{FF2B5EF4-FFF2-40B4-BE49-F238E27FC236}">
                <a16:creationId xmlns:a16="http://schemas.microsoft.com/office/drawing/2014/main" id="{A7196165-27AE-443C-AF47-7B6B0DC59659}"/>
              </a:ext>
            </a:extLst>
          </p:cNvPr>
          <p:cNvSpPr>
            <a:spLocks noGrp="1"/>
          </p:cNvSpPr>
          <p:nvPr>
            <p:ph type="body" sz="quarter" idx="21" hasCustomPrompt="1"/>
          </p:nvPr>
        </p:nvSpPr>
        <p:spPr>
          <a:xfrm>
            <a:off x="6096728" y="3856007"/>
            <a:ext cx="5470432" cy="2300953"/>
          </a:xfrm>
          <a:custGeom>
            <a:avLst/>
            <a:gdLst>
              <a:gd name="connsiteX0" fmla="*/ 0 w 5470432"/>
              <a:gd name="connsiteY0" fmla="*/ 0 h 2300953"/>
              <a:gd name="connsiteX1" fmla="*/ 5470432 w 5470432"/>
              <a:gd name="connsiteY1" fmla="*/ 0 h 2300953"/>
              <a:gd name="connsiteX2" fmla="*/ 5470432 w 5470432"/>
              <a:gd name="connsiteY2" fmla="*/ 2300953 h 2300953"/>
              <a:gd name="connsiteX3" fmla="*/ 0 w 5470432"/>
              <a:gd name="connsiteY3" fmla="*/ 2300953 h 2300953"/>
            </a:gdLst>
            <a:ahLst/>
            <a:cxnLst>
              <a:cxn ang="0">
                <a:pos x="connsiteX0" y="connsiteY0"/>
              </a:cxn>
              <a:cxn ang="0">
                <a:pos x="connsiteX1" y="connsiteY1"/>
              </a:cxn>
              <a:cxn ang="0">
                <a:pos x="connsiteX2" y="connsiteY2"/>
              </a:cxn>
              <a:cxn ang="0">
                <a:pos x="connsiteX3" y="connsiteY3"/>
              </a:cxn>
            </a:cxnLst>
            <a:rect l="l" t="t" r="r" b="b"/>
            <a:pathLst>
              <a:path w="5470432" h="2300953">
                <a:moveTo>
                  <a:pt x="0" y="0"/>
                </a:moveTo>
                <a:lnTo>
                  <a:pt x="5470432" y="0"/>
                </a:lnTo>
                <a:lnTo>
                  <a:pt x="5470432" y="2300953"/>
                </a:lnTo>
                <a:lnTo>
                  <a:pt x="0" y="2300953"/>
                </a:lnTo>
                <a:close/>
              </a:path>
            </a:pathLst>
          </a:custGeom>
          <a:solidFill>
            <a:schemeClr val="tx2"/>
          </a:solidFill>
        </p:spPr>
        <p:txBody>
          <a:bodyPr wrap="square" lIns="252000" tIns="252000" rIns="252000" bIns="252000">
            <a:noAutofit/>
          </a:bodyPr>
          <a:lstStyle>
            <a:lvl1pPr>
              <a:defRPr sz="1900">
                <a:solidFill>
                  <a:schemeClr val="bg1"/>
                </a:solidFill>
              </a:defRPr>
            </a:lvl1pPr>
            <a:lvl2pPr>
              <a:defRPr sz="1900">
                <a:solidFill>
                  <a:schemeClr val="bg1"/>
                </a:solidFill>
              </a:defRPr>
            </a:lvl2pPr>
            <a:lvl3pPr>
              <a:defRPr sz="1500">
                <a:solidFill>
                  <a:schemeClr val="bg1"/>
                </a:solidFill>
              </a:defRPr>
            </a:lvl3pPr>
            <a:lvl4pPr>
              <a:defRPr sz="1300">
                <a:solidFill>
                  <a:schemeClr val="bg1"/>
                </a:solidFill>
              </a:defRPr>
            </a:lvl4pPr>
            <a:lvl5pPr>
              <a:defRPr sz="1300">
                <a:solidFill>
                  <a:schemeClr val="bg1"/>
                </a:solidFill>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Tree>
    <p:extLst>
      <p:ext uri="{BB962C8B-B14F-4D97-AF65-F5344CB8AC3E}">
        <p14:creationId xmlns:p14="http://schemas.microsoft.com/office/powerpoint/2010/main" val="3072154138"/>
      </p:ext>
    </p:extLst>
  </p:cSld>
  <p:clrMapOvr>
    <a:masterClrMapping/>
  </p:clrMapOvr>
  <p:extLst>
    <p:ext uri="{DCECCB84-F9BA-43D5-87BE-67443E8EF086}">
      <p15:sldGuideLst xmlns:p15="http://schemas.microsoft.com/office/powerpoint/2012/main">
        <p15:guide id="2" pos="3840" userDrawn="1">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ext with highlighting numbers">
    <p:spTree>
      <p:nvGrpSpPr>
        <p:cNvPr id="1" name=""/>
        <p:cNvGrpSpPr/>
        <p:nvPr/>
      </p:nvGrpSpPr>
      <p:grpSpPr>
        <a:xfrm>
          <a:off x="0" y="0"/>
          <a:ext cx="0" cy="0"/>
          <a:chOff x="0" y="0"/>
          <a:chExt cx="0" cy="0"/>
        </a:xfrm>
      </p:grpSpPr>
      <p:sp>
        <p:nvSpPr>
          <p:cNvPr id="17" name="Espace réservé du texte 16">
            <a:extLst>
              <a:ext uri="{FF2B5EF4-FFF2-40B4-BE49-F238E27FC236}">
                <a16:creationId xmlns:a16="http://schemas.microsoft.com/office/drawing/2014/main" id="{38D92F9C-9CF1-426A-9EA7-935D5427C4DA}"/>
              </a:ext>
            </a:extLst>
          </p:cNvPr>
          <p:cNvSpPr>
            <a:spLocks noGrp="1"/>
          </p:cNvSpPr>
          <p:nvPr>
            <p:ph type="body" idx="1" hasCustomPrompt="1"/>
          </p:nvPr>
        </p:nvSpPr>
        <p:spPr>
          <a:xfrm>
            <a:off x="1" y="449849"/>
            <a:ext cx="9683261" cy="335964"/>
          </a:xfrm>
          <a:custGeom>
            <a:avLst/>
            <a:gdLst>
              <a:gd name="connsiteX0" fmla="*/ 9609373 w 9683261"/>
              <a:gd name="connsiteY0" fmla="*/ 237817 h 335964"/>
              <a:gd name="connsiteX1" fmla="*/ 9632706 w 9683261"/>
              <a:gd name="connsiteY1" fmla="*/ 261358 h 335964"/>
              <a:gd name="connsiteX2" fmla="*/ 9609373 w 9683261"/>
              <a:gd name="connsiteY2" fmla="*/ 284899 h 335964"/>
              <a:gd name="connsiteX3" fmla="*/ 9586041 w 9683261"/>
              <a:gd name="connsiteY3" fmla="*/ 261358 h 335964"/>
              <a:gd name="connsiteX4" fmla="*/ 9609373 w 9683261"/>
              <a:gd name="connsiteY4" fmla="*/ 237817 h 335964"/>
              <a:gd name="connsiteX5" fmla="*/ 9669650 w 9683261"/>
              <a:gd name="connsiteY5" fmla="*/ 200069 h 335964"/>
              <a:gd name="connsiteX6" fmla="*/ 9683261 w 9683261"/>
              <a:gd name="connsiteY6" fmla="*/ 212909 h 335964"/>
              <a:gd name="connsiteX7" fmla="*/ 9669650 w 9683261"/>
              <a:gd name="connsiteY7" fmla="*/ 225749 h 335964"/>
              <a:gd name="connsiteX8" fmla="*/ 9656038 w 9683261"/>
              <a:gd name="connsiteY8" fmla="*/ 212909 h 335964"/>
              <a:gd name="connsiteX9" fmla="*/ 9669650 w 9683261"/>
              <a:gd name="connsiteY9" fmla="*/ 200069 h 335964"/>
              <a:gd name="connsiteX10" fmla="*/ 9609373 w 9683261"/>
              <a:gd name="connsiteY10" fmla="*/ 143445 h 335964"/>
              <a:gd name="connsiteX11" fmla="*/ 9632706 w 9683261"/>
              <a:gd name="connsiteY11" fmla="*/ 166987 h 335964"/>
              <a:gd name="connsiteX12" fmla="*/ 9609373 w 9683261"/>
              <a:gd name="connsiteY12" fmla="*/ 190527 h 335964"/>
              <a:gd name="connsiteX13" fmla="*/ 9586041 w 9683261"/>
              <a:gd name="connsiteY13" fmla="*/ 166987 h 335964"/>
              <a:gd name="connsiteX14" fmla="*/ 9609373 w 9683261"/>
              <a:gd name="connsiteY14" fmla="*/ 143445 h 335964"/>
              <a:gd name="connsiteX15" fmla="*/ 9669650 w 9683261"/>
              <a:gd name="connsiteY15" fmla="*/ 101921 h 335964"/>
              <a:gd name="connsiteX16" fmla="*/ 9683261 w 9683261"/>
              <a:gd name="connsiteY16" fmla="*/ 114762 h 335964"/>
              <a:gd name="connsiteX17" fmla="*/ 9669650 w 9683261"/>
              <a:gd name="connsiteY17" fmla="*/ 127602 h 335964"/>
              <a:gd name="connsiteX18" fmla="*/ 9656038 w 9683261"/>
              <a:gd name="connsiteY18" fmla="*/ 114762 h 335964"/>
              <a:gd name="connsiteX19" fmla="*/ 9669650 w 9683261"/>
              <a:gd name="connsiteY19" fmla="*/ 101921 h 335964"/>
              <a:gd name="connsiteX20" fmla="*/ 9609373 w 9683261"/>
              <a:gd name="connsiteY20" fmla="*/ 50961 h 335964"/>
              <a:gd name="connsiteX21" fmla="*/ 9632706 w 9683261"/>
              <a:gd name="connsiteY21" fmla="*/ 74501 h 335964"/>
              <a:gd name="connsiteX22" fmla="*/ 9609373 w 9683261"/>
              <a:gd name="connsiteY22" fmla="*/ 98043 h 335964"/>
              <a:gd name="connsiteX23" fmla="*/ 9586041 w 9683261"/>
              <a:gd name="connsiteY23" fmla="*/ 74501 h 335964"/>
              <a:gd name="connsiteX24" fmla="*/ 9609373 w 9683261"/>
              <a:gd name="connsiteY24" fmla="*/ 50961 h 335964"/>
              <a:gd name="connsiteX25" fmla="*/ 0 w 9683261"/>
              <a:gd name="connsiteY25" fmla="*/ 0 h 335964"/>
              <a:gd name="connsiteX26" fmla="*/ 739665 w 9683261"/>
              <a:gd name="connsiteY26" fmla="*/ 0 h 335964"/>
              <a:gd name="connsiteX27" fmla="*/ 9540864 w 9683261"/>
              <a:gd name="connsiteY27" fmla="*/ 0 h 335964"/>
              <a:gd name="connsiteX28" fmla="*/ 9568541 w 9683261"/>
              <a:gd name="connsiteY28" fmla="*/ 27997 h 335964"/>
              <a:gd name="connsiteX29" fmla="*/ 9540864 w 9683261"/>
              <a:gd name="connsiteY29" fmla="*/ 55995 h 335964"/>
              <a:gd name="connsiteX30" fmla="*/ 9522411 w 9683261"/>
              <a:gd name="connsiteY30" fmla="*/ 74659 h 335964"/>
              <a:gd name="connsiteX31" fmla="*/ 9540864 w 9683261"/>
              <a:gd name="connsiteY31" fmla="*/ 97990 h 335964"/>
              <a:gd name="connsiteX32" fmla="*/ 9568541 w 9683261"/>
              <a:gd name="connsiteY32" fmla="*/ 121320 h 335964"/>
              <a:gd name="connsiteX33" fmla="*/ 9545478 w 9683261"/>
              <a:gd name="connsiteY33" fmla="*/ 149317 h 335964"/>
              <a:gd name="connsiteX34" fmla="*/ 9540864 w 9683261"/>
              <a:gd name="connsiteY34" fmla="*/ 149317 h 335964"/>
              <a:gd name="connsiteX35" fmla="*/ 9522411 w 9683261"/>
              <a:gd name="connsiteY35" fmla="*/ 167982 h 335964"/>
              <a:gd name="connsiteX36" fmla="*/ 9540864 w 9683261"/>
              <a:gd name="connsiteY36" fmla="*/ 191313 h 335964"/>
              <a:gd name="connsiteX37" fmla="*/ 9568541 w 9683261"/>
              <a:gd name="connsiteY37" fmla="*/ 214644 h 335964"/>
              <a:gd name="connsiteX38" fmla="*/ 9540864 w 9683261"/>
              <a:gd name="connsiteY38" fmla="*/ 242641 h 335964"/>
              <a:gd name="connsiteX39" fmla="*/ 9522411 w 9683261"/>
              <a:gd name="connsiteY39" fmla="*/ 265971 h 335964"/>
              <a:gd name="connsiteX40" fmla="*/ 9540864 w 9683261"/>
              <a:gd name="connsiteY40" fmla="*/ 284636 h 335964"/>
              <a:gd name="connsiteX41" fmla="*/ 9568541 w 9683261"/>
              <a:gd name="connsiteY41" fmla="*/ 312633 h 335964"/>
              <a:gd name="connsiteX42" fmla="*/ 9540864 w 9683261"/>
              <a:gd name="connsiteY42" fmla="*/ 335964 h 335964"/>
              <a:gd name="connsiteX43" fmla="*/ 845227 w 9683261"/>
              <a:gd name="connsiteY43" fmla="*/ 335964 h 335964"/>
              <a:gd name="connsiteX44" fmla="*/ 0 w 9683261"/>
              <a:gd name="connsiteY44" fmla="*/ 335964 h 3359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Lst>
            <a:rect l="l" t="t" r="r" b="b"/>
            <a:pathLst>
              <a:path w="9683261" h="335964">
                <a:moveTo>
                  <a:pt x="9609373" y="237817"/>
                </a:moveTo>
                <a:cubicBezTo>
                  <a:pt x="9622259" y="237817"/>
                  <a:pt x="9632706" y="248357"/>
                  <a:pt x="9632706" y="261358"/>
                </a:cubicBezTo>
                <a:cubicBezTo>
                  <a:pt x="9632706" y="274359"/>
                  <a:pt x="9622259" y="284899"/>
                  <a:pt x="9609373" y="284899"/>
                </a:cubicBezTo>
                <a:cubicBezTo>
                  <a:pt x="9596486" y="284899"/>
                  <a:pt x="9586041" y="274359"/>
                  <a:pt x="9586041" y="261358"/>
                </a:cubicBezTo>
                <a:cubicBezTo>
                  <a:pt x="9586041" y="248357"/>
                  <a:pt x="9596486" y="237817"/>
                  <a:pt x="9609373" y="237817"/>
                </a:cubicBezTo>
                <a:close/>
                <a:moveTo>
                  <a:pt x="9669650" y="200069"/>
                </a:moveTo>
                <a:cubicBezTo>
                  <a:pt x="9677168" y="200069"/>
                  <a:pt x="9683261" y="205817"/>
                  <a:pt x="9683261" y="212909"/>
                </a:cubicBezTo>
                <a:cubicBezTo>
                  <a:pt x="9683261" y="220001"/>
                  <a:pt x="9677168" y="225749"/>
                  <a:pt x="9669650" y="225749"/>
                </a:cubicBezTo>
                <a:cubicBezTo>
                  <a:pt x="9662132" y="225749"/>
                  <a:pt x="9656038" y="220001"/>
                  <a:pt x="9656038" y="212909"/>
                </a:cubicBezTo>
                <a:cubicBezTo>
                  <a:pt x="9656038" y="205817"/>
                  <a:pt x="9662132" y="200069"/>
                  <a:pt x="9669650" y="200069"/>
                </a:cubicBezTo>
                <a:close/>
                <a:moveTo>
                  <a:pt x="9609373" y="143445"/>
                </a:moveTo>
                <a:cubicBezTo>
                  <a:pt x="9622259" y="143445"/>
                  <a:pt x="9632706" y="153985"/>
                  <a:pt x="9632706" y="166987"/>
                </a:cubicBezTo>
                <a:cubicBezTo>
                  <a:pt x="9632706" y="179987"/>
                  <a:pt x="9622259" y="190527"/>
                  <a:pt x="9609373" y="190527"/>
                </a:cubicBezTo>
                <a:cubicBezTo>
                  <a:pt x="9596486" y="190527"/>
                  <a:pt x="9586041" y="179987"/>
                  <a:pt x="9586041" y="166987"/>
                </a:cubicBezTo>
                <a:cubicBezTo>
                  <a:pt x="9586041" y="153985"/>
                  <a:pt x="9596486" y="143445"/>
                  <a:pt x="9609373" y="143445"/>
                </a:cubicBezTo>
                <a:close/>
                <a:moveTo>
                  <a:pt x="9669650" y="101921"/>
                </a:moveTo>
                <a:cubicBezTo>
                  <a:pt x="9677168" y="101921"/>
                  <a:pt x="9683261" y="107670"/>
                  <a:pt x="9683261" y="114762"/>
                </a:cubicBezTo>
                <a:cubicBezTo>
                  <a:pt x="9683261" y="121855"/>
                  <a:pt x="9677168" y="127602"/>
                  <a:pt x="9669650" y="127602"/>
                </a:cubicBezTo>
                <a:cubicBezTo>
                  <a:pt x="9662132" y="127602"/>
                  <a:pt x="9656038" y="121855"/>
                  <a:pt x="9656038" y="114762"/>
                </a:cubicBezTo>
                <a:cubicBezTo>
                  <a:pt x="9656038" y="107670"/>
                  <a:pt x="9662132" y="101921"/>
                  <a:pt x="9669650" y="101921"/>
                </a:cubicBezTo>
                <a:close/>
                <a:moveTo>
                  <a:pt x="9609373" y="50961"/>
                </a:moveTo>
                <a:cubicBezTo>
                  <a:pt x="9622259" y="50961"/>
                  <a:pt x="9632706" y="61501"/>
                  <a:pt x="9632706" y="74501"/>
                </a:cubicBezTo>
                <a:cubicBezTo>
                  <a:pt x="9632706" y="87503"/>
                  <a:pt x="9622259" y="98043"/>
                  <a:pt x="9609373" y="98043"/>
                </a:cubicBezTo>
                <a:cubicBezTo>
                  <a:pt x="9596486" y="98043"/>
                  <a:pt x="9586041" y="87503"/>
                  <a:pt x="9586041" y="74501"/>
                </a:cubicBezTo>
                <a:cubicBezTo>
                  <a:pt x="9586041" y="61501"/>
                  <a:pt x="9596486" y="50961"/>
                  <a:pt x="9609373" y="50961"/>
                </a:cubicBezTo>
                <a:close/>
                <a:moveTo>
                  <a:pt x="0" y="0"/>
                </a:moveTo>
                <a:lnTo>
                  <a:pt x="739665" y="0"/>
                </a:lnTo>
                <a:cubicBezTo>
                  <a:pt x="2800514" y="0"/>
                  <a:pt x="5636951" y="0"/>
                  <a:pt x="9540864" y="0"/>
                </a:cubicBezTo>
                <a:cubicBezTo>
                  <a:pt x="9559315" y="0"/>
                  <a:pt x="9568541" y="13999"/>
                  <a:pt x="9568541" y="27997"/>
                </a:cubicBezTo>
                <a:cubicBezTo>
                  <a:pt x="9568541" y="41996"/>
                  <a:pt x="9559315" y="55995"/>
                  <a:pt x="9540864" y="55995"/>
                </a:cubicBezTo>
                <a:cubicBezTo>
                  <a:pt x="9531638" y="55995"/>
                  <a:pt x="9522411" y="65327"/>
                  <a:pt x="9522411" y="74659"/>
                </a:cubicBezTo>
                <a:cubicBezTo>
                  <a:pt x="9522411" y="83992"/>
                  <a:pt x="9531638" y="93323"/>
                  <a:pt x="9540864" y="97990"/>
                </a:cubicBezTo>
                <a:cubicBezTo>
                  <a:pt x="9559315" y="97990"/>
                  <a:pt x="9568541" y="107321"/>
                  <a:pt x="9568541" y="121320"/>
                </a:cubicBezTo>
                <a:cubicBezTo>
                  <a:pt x="9568541" y="135319"/>
                  <a:pt x="9559315" y="149317"/>
                  <a:pt x="9545478" y="149317"/>
                </a:cubicBezTo>
                <a:cubicBezTo>
                  <a:pt x="9545478" y="149317"/>
                  <a:pt x="9545478" y="149317"/>
                  <a:pt x="9540864" y="149317"/>
                </a:cubicBezTo>
                <a:cubicBezTo>
                  <a:pt x="9531638" y="149317"/>
                  <a:pt x="9522411" y="158650"/>
                  <a:pt x="9522411" y="167982"/>
                </a:cubicBezTo>
                <a:cubicBezTo>
                  <a:pt x="9522411" y="181981"/>
                  <a:pt x="9531638" y="191313"/>
                  <a:pt x="9540864" y="191313"/>
                </a:cubicBezTo>
                <a:cubicBezTo>
                  <a:pt x="9559315" y="191313"/>
                  <a:pt x="9568541" y="200645"/>
                  <a:pt x="9568541" y="214644"/>
                </a:cubicBezTo>
                <a:cubicBezTo>
                  <a:pt x="9568541" y="233309"/>
                  <a:pt x="9559315" y="242641"/>
                  <a:pt x="9540864" y="242641"/>
                </a:cubicBezTo>
                <a:cubicBezTo>
                  <a:pt x="9531638" y="242641"/>
                  <a:pt x="9522411" y="251972"/>
                  <a:pt x="9522411" y="265971"/>
                </a:cubicBezTo>
                <a:cubicBezTo>
                  <a:pt x="9522411" y="275305"/>
                  <a:pt x="9531638" y="284636"/>
                  <a:pt x="9540864" y="284636"/>
                </a:cubicBezTo>
                <a:cubicBezTo>
                  <a:pt x="9559315" y="284636"/>
                  <a:pt x="9568541" y="298634"/>
                  <a:pt x="9568541" y="312633"/>
                </a:cubicBezTo>
                <a:cubicBezTo>
                  <a:pt x="9568541" y="326632"/>
                  <a:pt x="9559315" y="335964"/>
                  <a:pt x="9540864" y="335964"/>
                </a:cubicBezTo>
                <a:cubicBezTo>
                  <a:pt x="9540864" y="335964"/>
                  <a:pt x="9540864" y="335964"/>
                  <a:pt x="845227" y="335964"/>
                </a:cubicBezTo>
                <a:lnTo>
                  <a:pt x="0" y="335964"/>
                </a:lnTo>
                <a:close/>
              </a:path>
            </a:pathLst>
          </a:custGeom>
          <a:solidFill>
            <a:schemeClr val="tx2"/>
          </a:solidFill>
          <a:ln w="3175">
            <a:noFill/>
          </a:ln>
        </p:spPr>
        <p:txBody>
          <a:bodyPr wrap="square" lIns="630000" tIns="0" rIns="360000" bIns="0" anchor="ctr">
            <a:noAutofit/>
          </a:bodyPr>
          <a:lstStyle>
            <a:lvl1pPr marL="0" indent="0">
              <a:lnSpc>
                <a:spcPct val="100000"/>
              </a:lnSpc>
              <a:buNone/>
              <a:defRPr sz="1500" b="1" cap="all" baseline="0">
                <a:solidFill>
                  <a:schemeClr val="bg1"/>
                </a:solidFill>
                <a:latin typeface="+mn-lt"/>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noProof="0"/>
              <a:t>Click to edit master text styles</a:t>
            </a:r>
          </a:p>
        </p:txBody>
      </p:sp>
      <p:sp>
        <p:nvSpPr>
          <p:cNvPr id="4" name="Espace réservé de la date 3">
            <a:extLst>
              <a:ext uri="{FF2B5EF4-FFF2-40B4-BE49-F238E27FC236}">
                <a16:creationId xmlns:a16="http://schemas.microsoft.com/office/drawing/2014/main" id="{0023D345-337F-488B-8D03-DF3DDDA5DDF5}"/>
              </a:ext>
            </a:extLst>
          </p:cNvPr>
          <p:cNvSpPr>
            <a:spLocks noGrp="1"/>
          </p:cNvSpPr>
          <p:nvPr>
            <p:ph type="dt" sz="half" idx="15"/>
          </p:nvPr>
        </p:nvSpPr>
        <p:spPr/>
        <p:txBody>
          <a:bodyPr/>
          <a:lstStyle/>
          <a:p>
            <a:r>
              <a:rPr lang="en-US" noProof="0"/>
              <a:t>YYYY/MM/DD</a:t>
            </a:r>
            <a:endParaRPr lang="en-US" b="0" noProof="0"/>
          </a:p>
        </p:txBody>
      </p:sp>
      <p:sp>
        <p:nvSpPr>
          <p:cNvPr id="7" name="Espace réservé du pied de page 6">
            <a:extLst>
              <a:ext uri="{FF2B5EF4-FFF2-40B4-BE49-F238E27FC236}">
                <a16:creationId xmlns:a16="http://schemas.microsoft.com/office/drawing/2014/main" id="{509EADAA-0C96-4D73-B394-C1A53CEA1029}"/>
              </a:ext>
            </a:extLst>
          </p:cNvPr>
          <p:cNvSpPr>
            <a:spLocks noGrp="1"/>
          </p:cNvSpPr>
          <p:nvPr>
            <p:ph type="ftr" sz="quarter" idx="16"/>
          </p:nvPr>
        </p:nvSpPr>
        <p:spPr/>
        <p:txBody>
          <a:bodyPr/>
          <a:lstStyle/>
          <a:p>
            <a:r>
              <a:rPr lang="en-US" noProof="0"/>
              <a:t>Communication Department</a:t>
            </a:r>
            <a:endParaRPr lang="en-US" b="0" noProof="0"/>
          </a:p>
        </p:txBody>
      </p:sp>
      <p:sp>
        <p:nvSpPr>
          <p:cNvPr id="8" name="Espace réservé du numéro de diapositive 7">
            <a:extLst>
              <a:ext uri="{FF2B5EF4-FFF2-40B4-BE49-F238E27FC236}">
                <a16:creationId xmlns:a16="http://schemas.microsoft.com/office/drawing/2014/main" id="{257223AC-9555-4A04-BCAD-D73603C5E654}"/>
              </a:ext>
            </a:extLst>
          </p:cNvPr>
          <p:cNvSpPr>
            <a:spLocks noGrp="1"/>
          </p:cNvSpPr>
          <p:nvPr>
            <p:ph type="sldNum" sz="quarter" idx="17"/>
          </p:nvPr>
        </p:nvSpPr>
        <p:spPr/>
        <p:txBody>
          <a:bodyPr/>
          <a:lstStyle/>
          <a:p>
            <a:fld id="{975A587B-5814-4D9B-9598-FE9CB954CB01}" type="slidenum">
              <a:rPr lang="en-US" noProof="0" smtClean="0"/>
              <a:pPr/>
              <a:t>‹#›</a:t>
            </a:fld>
            <a:endParaRPr lang="en-US" b="0" noProof="0"/>
          </a:p>
        </p:txBody>
      </p:sp>
      <p:sp>
        <p:nvSpPr>
          <p:cNvPr id="11" name="Espace réservé du texte 10">
            <a:extLst>
              <a:ext uri="{FF2B5EF4-FFF2-40B4-BE49-F238E27FC236}">
                <a16:creationId xmlns:a16="http://schemas.microsoft.com/office/drawing/2014/main" id="{8C7A5F77-9A92-46CF-AF0E-296CA94F051F}"/>
              </a:ext>
            </a:extLst>
          </p:cNvPr>
          <p:cNvSpPr>
            <a:spLocks noGrp="1"/>
          </p:cNvSpPr>
          <p:nvPr>
            <p:ph type="body" sz="quarter" idx="13" hasCustomPrompt="1"/>
          </p:nvPr>
        </p:nvSpPr>
        <p:spPr>
          <a:xfrm>
            <a:off x="536400" y="1337159"/>
            <a:ext cx="11052484" cy="1707159"/>
          </a:xfrm>
        </p:spPr>
        <p:txBody>
          <a:bodyPr/>
          <a:lstStyle>
            <a:lvl1pPr>
              <a:defRPr sz="2400"/>
            </a:lvl1pPr>
            <a:lvl2pPr>
              <a:defRPr sz="2400"/>
            </a:lvl2pPr>
            <a:lvl3pPr>
              <a:defRPr sz="1800"/>
            </a:lvl3pPr>
            <a:lvl4pPr>
              <a:defRPr sz="1600"/>
            </a:lvl4pPr>
            <a:lvl5pPr>
              <a:defRPr sz="1600"/>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9" name="Espace réservé du texte 10">
            <a:extLst>
              <a:ext uri="{FF2B5EF4-FFF2-40B4-BE49-F238E27FC236}">
                <a16:creationId xmlns:a16="http://schemas.microsoft.com/office/drawing/2014/main" id="{429BDA1B-2BC8-40BC-AA30-CF42B5D03C7A}"/>
              </a:ext>
            </a:extLst>
          </p:cNvPr>
          <p:cNvSpPr>
            <a:spLocks noGrp="1"/>
          </p:cNvSpPr>
          <p:nvPr>
            <p:ph type="body" sz="quarter" idx="18" hasCustomPrompt="1"/>
          </p:nvPr>
        </p:nvSpPr>
        <p:spPr>
          <a:xfrm>
            <a:off x="643556" y="3023085"/>
            <a:ext cx="3384000" cy="684000"/>
          </a:xfrm>
          <a:solidFill>
            <a:schemeClr val="tx2"/>
          </a:solidFill>
        </p:spPr>
        <p:txBody>
          <a:bodyPr anchor="ctr"/>
          <a:lstStyle>
            <a:lvl1pPr algn="ctr">
              <a:defRPr sz="4000">
                <a:solidFill>
                  <a:schemeClr val="bg1"/>
                </a:solidFill>
              </a:defRPr>
            </a:lvl1pPr>
            <a:lvl2pPr>
              <a:defRPr sz="2400"/>
            </a:lvl2pPr>
            <a:lvl3pPr>
              <a:defRPr sz="1800"/>
            </a:lvl3pPr>
            <a:lvl4pPr>
              <a:defRPr sz="1600"/>
            </a:lvl4pPr>
            <a:lvl5pPr>
              <a:defRPr sz="1600"/>
            </a:lvl5pPr>
          </a:lstStyle>
          <a:p>
            <a:pPr lvl="0"/>
            <a:r>
              <a:rPr lang="en-US" noProof="0"/>
              <a:t>NN</a:t>
            </a:r>
          </a:p>
        </p:txBody>
      </p:sp>
      <p:sp>
        <p:nvSpPr>
          <p:cNvPr id="10" name="Espace réservé du texte 10">
            <a:extLst>
              <a:ext uri="{FF2B5EF4-FFF2-40B4-BE49-F238E27FC236}">
                <a16:creationId xmlns:a16="http://schemas.microsoft.com/office/drawing/2014/main" id="{72106505-DB5F-4F49-8822-4826BDEC7BCF}"/>
              </a:ext>
            </a:extLst>
          </p:cNvPr>
          <p:cNvSpPr>
            <a:spLocks noGrp="1"/>
          </p:cNvSpPr>
          <p:nvPr>
            <p:ph type="body" sz="quarter" idx="19" hasCustomPrompt="1"/>
          </p:nvPr>
        </p:nvSpPr>
        <p:spPr>
          <a:xfrm>
            <a:off x="536398" y="3968439"/>
            <a:ext cx="3491157" cy="2340000"/>
          </a:xfrm>
        </p:spPr>
        <p:txBody>
          <a:bodyPr/>
          <a:lstStyle>
            <a:lvl1pPr>
              <a:defRPr sz="1600"/>
            </a:lvl1pPr>
            <a:lvl2pPr>
              <a:defRPr sz="1600"/>
            </a:lvl2pPr>
            <a:lvl3pPr>
              <a:defRPr sz="1200"/>
            </a:lvl3pPr>
            <a:lvl4pPr>
              <a:defRPr sz="1200"/>
            </a:lvl4pPr>
            <a:lvl5pPr>
              <a:defRPr sz="1200"/>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3" name="Espace réservé du texte 12">
            <a:extLst>
              <a:ext uri="{FF2B5EF4-FFF2-40B4-BE49-F238E27FC236}">
                <a16:creationId xmlns:a16="http://schemas.microsoft.com/office/drawing/2014/main" id="{E5E4DDE7-B2AD-4D6E-B1F1-1AA14E6F518C}"/>
              </a:ext>
            </a:extLst>
          </p:cNvPr>
          <p:cNvSpPr>
            <a:spLocks noGrp="1"/>
          </p:cNvSpPr>
          <p:nvPr>
            <p:ph type="body" sz="quarter" idx="20" hasCustomPrompt="1"/>
          </p:nvPr>
        </p:nvSpPr>
        <p:spPr>
          <a:xfrm rot="10800000">
            <a:off x="1787340" y="3675814"/>
            <a:ext cx="1096433" cy="209480"/>
          </a:xfrm>
          <a:custGeom>
            <a:avLst/>
            <a:gdLst>
              <a:gd name="connsiteX0" fmla="*/ 21781 w 1682584"/>
              <a:gd name="connsiteY0" fmla="*/ 278191 h 321468"/>
              <a:gd name="connsiteX1" fmla="*/ 43562 w 1682584"/>
              <a:gd name="connsiteY1" fmla="*/ 299829 h 321468"/>
              <a:gd name="connsiteX2" fmla="*/ 21781 w 1682584"/>
              <a:gd name="connsiteY2" fmla="*/ 321467 h 321468"/>
              <a:gd name="connsiteX3" fmla="*/ 0 w 1682584"/>
              <a:gd name="connsiteY3" fmla="*/ 299829 h 321468"/>
              <a:gd name="connsiteX4" fmla="*/ 21781 w 1682584"/>
              <a:gd name="connsiteY4" fmla="*/ 278191 h 321468"/>
              <a:gd name="connsiteX5" fmla="*/ 1659441 w 1682584"/>
              <a:gd name="connsiteY5" fmla="*/ 274986 h 321468"/>
              <a:gd name="connsiteX6" fmla="*/ 1682584 w 1682584"/>
              <a:gd name="connsiteY6" fmla="*/ 298227 h 321468"/>
              <a:gd name="connsiteX7" fmla="*/ 1659441 w 1682584"/>
              <a:gd name="connsiteY7" fmla="*/ 321468 h 321468"/>
              <a:gd name="connsiteX8" fmla="*/ 1636298 w 1682584"/>
              <a:gd name="connsiteY8" fmla="*/ 298227 h 321468"/>
              <a:gd name="connsiteX9" fmla="*/ 1659441 w 1682584"/>
              <a:gd name="connsiteY9" fmla="*/ 274986 h 321468"/>
              <a:gd name="connsiteX10" fmla="*/ 197391 w 1682584"/>
              <a:gd name="connsiteY10" fmla="*/ 263766 h 321468"/>
              <a:gd name="connsiteX11" fmla="*/ 225979 w 1682584"/>
              <a:gd name="connsiteY11" fmla="*/ 292617 h 321468"/>
              <a:gd name="connsiteX12" fmla="*/ 197391 w 1682584"/>
              <a:gd name="connsiteY12" fmla="*/ 321468 h 321468"/>
              <a:gd name="connsiteX13" fmla="*/ 168803 w 1682584"/>
              <a:gd name="connsiteY13" fmla="*/ 292617 h 321468"/>
              <a:gd name="connsiteX14" fmla="*/ 197391 w 1682584"/>
              <a:gd name="connsiteY14" fmla="*/ 263766 h 321468"/>
              <a:gd name="connsiteX15" fmla="*/ 1453881 w 1682584"/>
              <a:gd name="connsiteY15" fmla="*/ 255752 h 321468"/>
              <a:gd name="connsiteX16" fmla="*/ 1486553 w 1682584"/>
              <a:gd name="connsiteY16" fmla="*/ 288610 h 321468"/>
              <a:gd name="connsiteX17" fmla="*/ 1453881 w 1682584"/>
              <a:gd name="connsiteY17" fmla="*/ 321468 h 321468"/>
              <a:gd name="connsiteX18" fmla="*/ 1421209 w 1682584"/>
              <a:gd name="connsiteY18" fmla="*/ 288610 h 321468"/>
              <a:gd name="connsiteX19" fmla="*/ 1453881 w 1682584"/>
              <a:gd name="connsiteY19" fmla="*/ 255752 h 321468"/>
              <a:gd name="connsiteX20" fmla="*/ 1261936 w 1682584"/>
              <a:gd name="connsiteY20" fmla="*/ 236519 h 321468"/>
              <a:gd name="connsiteX21" fmla="*/ 1304137 w 1682584"/>
              <a:gd name="connsiteY21" fmla="*/ 278993 h 321468"/>
              <a:gd name="connsiteX22" fmla="*/ 1261936 w 1682584"/>
              <a:gd name="connsiteY22" fmla="*/ 321467 h 321468"/>
              <a:gd name="connsiteX23" fmla="*/ 1219735 w 1682584"/>
              <a:gd name="connsiteY23" fmla="*/ 278993 h 321468"/>
              <a:gd name="connsiteX24" fmla="*/ 1261936 w 1682584"/>
              <a:gd name="connsiteY24" fmla="*/ 236519 h 321468"/>
              <a:gd name="connsiteX25" fmla="*/ 374361 w 1682584"/>
              <a:gd name="connsiteY25" fmla="*/ 236519 h 321468"/>
              <a:gd name="connsiteX26" fmla="*/ 416562 w 1682584"/>
              <a:gd name="connsiteY26" fmla="*/ 278993 h 321468"/>
              <a:gd name="connsiteX27" fmla="*/ 374361 w 1682584"/>
              <a:gd name="connsiteY27" fmla="*/ 321467 h 321468"/>
              <a:gd name="connsiteX28" fmla="*/ 332160 w 1682584"/>
              <a:gd name="connsiteY28" fmla="*/ 278993 h 321468"/>
              <a:gd name="connsiteX29" fmla="*/ 374361 w 1682584"/>
              <a:gd name="connsiteY29" fmla="*/ 236519 h 321468"/>
              <a:gd name="connsiteX30" fmla="*/ 722858 w 1682584"/>
              <a:gd name="connsiteY30" fmla="*/ 231710 h 321468"/>
              <a:gd name="connsiteX31" fmla="*/ 767782 w 1682584"/>
              <a:gd name="connsiteY31" fmla="*/ 276589 h 321468"/>
              <a:gd name="connsiteX32" fmla="*/ 722858 w 1682584"/>
              <a:gd name="connsiteY32" fmla="*/ 321468 h 321468"/>
              <a:gd name="connsiteX33" fmla="*/ 677934 w 1682584"/>
              <a:gd name="connsiteY33" fmla="*/ 276589 h 321468"/>
              <a:gd name="connsiteX34" fmla="*/ 722858 w 1682584"/>
              <a:gd name="connsiteY34" fmla="*/ 231710 h 321468"/>
              <a:gd name="connsiteX35" fmla="*/ 1072714 w 1682584"/>
              <a:gd name="connsiteY35" fmla="*/ 223696 h 321468"/>
              <a:gd name="connsiteX36" fmla="*/ 1121721 w 1682584"/>
              <a:gd name="connsiteY36" fmla="*/ 272582 h 321468"/>
              <a:gd name="connsiteX37" fmla="*/ 1072714 w 1682584"/>
              <a:gd name="connsiteY37" fmla="*/ 321468 h 321468"/>
              <a:gd name="connsiteX38" fmla="*/ 1023707 w 1682584"/>
              <a:gd name="connsiteY38" fmla="*/ 272582 h 321468"/>
              <a:gd name="connsiteX39" fmla="*/ 1072714 w 1682584"/>
              <a:gd name="connsiteY39" fmla="*/ 223696 h 321468"/>
              <a:gd name="connsiteX40" fmla="*/ 895744 w 1682584"/>
              <a:gd name="connsiteY40" fmla="*/ 223696 h 321468"/>
              <a:gd name="connsiteX41" fmla="*/ 944751 w 1682584"/>
              <a:gd name="connsiteY41" fmla="*/ 272582 h 321468"/>
              <a:gd name="connsiteX42" fmla="*/ 895744 w 1682584"/>
              <a:gd name="connsiteY42" fmla="*/ 321468 h 321468"/>
              <a:gd name="connsiteX43" fmla="*/ 846737 w 1682584"/>
              <a:gd name="connsiteY43" fmla="*/ 272582 h 321468"/>
              <a:gd name="connsiteX44" fmla="*/ 895744 w 1682584"/>
              <a:gd name="connsiteY44" fmla="*/ 223696 h 321468"/>
              <a:gd name="connsiteX45" fmla="*/ 549970 w 1682584"/>
              <a:gd name="connsiteY45" fmla="*/ 223696 h 321468"/>
              <a:gd name="connsiteX46" fmla="*/ 598977 w 1682584"/>
              <a:gd name="connsiteY46" fmla="*/ 272582 h 321468"/>
              <a:gd name="connsiteX47" fmla="*/ 549970 w 1682584"/>
              <a:gd name="connsiteY47" fmla="*/ 321468 h 321468"/>
              <a:gd name="connsiteX48" fmla="*/ 500963 w 1682584"/>
              <a:gd name="connsiteY48" fmla="*/ 272582 h 321468"/>
              <a:gd name="connsiteX49" fmla="*/ 549970 w 1682584"/>
              <a:gd name="connsiteY49" fmla="*/ 223696 h 321468"/>
              <a:gd name="connsiteX50" fmla="*/ 1161617 w 1682584"/>
              <a:gd name="connsiteY50" fmla="*/ 130686 h 321468"/>
              <a:gd name="connsiteX51" fmla="*/ 1182454 w 1682584"/>
              <a:gd name="connsiteY51" fmla="*/ 151106 h 321468"/>
              <a:gd name="connsiteX52" fmla="*/ 1161617 w 1682584"/>
              <a:gd name="connsiteY52" fmla="*/ 171526 h 321468"/>
              <a:gd name="connsiteX53" fmla="*/ 1140780 w 1682584"/>
              <a:gd name="connsiteY53" fmla="*/ 151106 h 321468"/>
              <a:gd name="connsiteX54" fmla="*/ 1161617 w 1682584"/>
              <a:gd name="connsiteY54" fmla="*/ 130686 h 321468"/>
              <a:gd name="connsiteX55" fmla="*/ 456457 w 1682584"/>
              <a:gd name="connsiteY55" fmla="*/ 130686 h 321468"/>
              <a:gd name="connsiteX56" fmla="*/ 477294 w 1682584"/>
              <a:gd name="connsiteY56" fmla="*/ 151106 h 321468"/>
              <a:gd name="connsiteX57" fmla="*/ 456457 w 1682584"/>
              <a:gd name="connsiteY57" fmla="*/ 171526 h 321468"/>
              <a:gd name="connsiteX58" fmla="*/ 435620 w 1682584"/>
              <a:gd name="connsiteY58" fmla="*/ 151106 h 321468"/>
              <a:gd name="connsiteX59" fmla="*/ 456457 w 1682584"/>
              <a:gd name="connsiteY59" fmla="*/ 130686 h 321468"/>
              <a:gd name="connsiteX60" fmla="*/ 980145 w 1682584"/>
              <a:gd name="connsiteY60" fmla="*/ 100738 h 321468"/>
              <a:gd name="connsiteX61" fmla="*/ 1015539 w 1682584"/>
              <a:gd name="connsiteY61" fmla="*/ 136132 h 321468"/>
              <a:gd name="connsiteX62" fmla="*/ 980145 w 1682584"/>
              <a:gd name="connsiteY62" fmla="*/ 171526 h 321468"/>
              <a:gd name="connsiteX63" fmla="*/ 944751 w 1682584"/>
              <a:gd name="connsiteY63" fmla="*/ 136132 h 321468"/>
              <a:gd name="connsiteX64" fmla="*/ 980145 w 1682584"/>
              <a:gd name="connsiteY64" fmla="*/ 100738 h 321468"/>
              <a:gd name="connsiteX65" fmla="*/ 803042 w 1682584"/>
              <a:gd name="connsiteY65" fmla="*/ 100738 h 321468"/>
              <a:gd name="connsiteX66" fmla="*/ 838304 w 1682584"/>
              <a:gd name="connsiteY66" fmla="*/ 136132 h 321468"/>
              <a:gd name="connsiteX67" fmla="*/ 803042 w 1682584"/>
              <a:gd name="connsiteY67" fmla="*/ 171526 h 321468"/>
              <a:gd name="connsiteX68" fmla="*/ 767780 w 1682584"/>
              <a:gd name="connsiteY68" fmla="*/ 136132 h 321468"/>
              <a:gd name="connsiteX69" fmla="*/ 803042 w 1682584"/>
              <a:gd name="connsiteY69" fmla="*/ 100738 h 321468"/>
              <a:gd name="connsiteX70" fmla="*/ 634239 w 1682584"/>
              <a:gd name="connsiteY70" fmla="*/ 100738 h 321468"/>
              <a:gd name="connsiteX71" fmla="*/ 669501 w 1682584"/>
              <a:gd name="connsiteY71" fmla="*/ 136132 h 321468"/>
              <a:gd name="connsiteX72" fmla="*/ 634239 w 1682584"/>
              <a:gd name="connsiteY72" fmla="*/ 171526 h 321468"/>
              <a:gd name="connsiteX73" fmla="*/ 598977 w 1682584"/>
              <a:gd name="connsiteY73" fmla="*/ 136132 h 321468"/>
              <a:gd name="connsiteX74" fmla="*/ 634239 w 1682584"/>
              <a:gd name="connsiteY74" fmla="*/ 100738 h 321468"/>
              <a:gd name="connsiteX75" fmla="*/ 898467 w 1682584"/>
              <a:gd name="connsiteY75" fmla="*/ 0 h 321468"/>
              <a:gd name="connsiteX76" fmla="*/ 917526 w 1682584"/>
              <a:gd name="connsiteY76" fmla="*/ 19234 h 321468"/>
              <a:gd name="connsiteX77" fmla="*/ 898467 w 1682584"/>
              <a:gd name="connsiteY77" fmla="*/ 38468 h 321468"/>
              <a:gd name="connsiteX78" fmla="*/ 879408 w 1682584"/>
              <a:gd name="connsiteY78" fmla="*/ 19234 h 321468"/>
              <a:gd name="connsiteX79" fmla="*/ 898467 w 1682584"/>
              <a:gd name="connsiteY79" fmla="*/ 0 h 321468"/>
              <a:gd name="connsiteX80" fmla="*/ 716051 w 1682584"/>
              <a:gd name="connsiteY80" fmla="*/ 0 h 321468"/>
              <a:gd name="connsiteX81" fmla="*/ 735110 w 1682584"/>
              <a:gd name="connsiteY81" fmla="*/ 19234 h 321468"/>
              <a:gd name="connsiteX82" fmla="*/ 716051 w 1682584"/>
              <a:gd name="connsiteY82" fmla="*/ 38468 h 321468"/>
              <a:gd name="connsiteX83" fmla="*/ 696992 w 1682584"/>
              <a:gd name="connsiteY83" fmla="*/ 19234 h 321468"/>
              <a:gd name="connsiteX84" fmla="*/ 716051 w 1682584"/>
              <a:gd name="connsiteY84" fmla="*/ 0 h 3214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Lst>
            <a:rect l="l" t="t" r="r" b="b"/>
            <a:pathLst>
              <a:path w="1682584" h="321468">
                <a:moveTo>
                  <a:pt x="21781" y="278191"/>
                </a:moveTo>
                <a:cubicBezTo>
                  <a:pt x="33810" y="278191"/>
                  <a:pt x="43562" y="287879"/>
                  <a:pt x="43562" y="299829"/>
                </a:cubicBezTo>
                <a:cubicBezTo>
                  <a:pt x="43562" y="311779"/>
                  <a:pt x="33810" y="321467"/>
                  <a:pt x="21781" y="321467"/>
                </a:cubicBezTo>
                <a:cubicBezTo>
                  <a:pt x="9752" y="321467"/>
                  <a:pt x="0" y="311779"/>
                  <a:pt x="0" y="299829"/>
                </a:cubicBezTo>
                <a:cubicBezTo>
                  <a:pt x="0" y="287879"/>
                  <a:pt x="9752" y="278191"/>
                  <a:pt x="21781" y="278191"/>
                </a:cubicBezTo>
                <a:close/>
                <a:moveTo>
                  <a:pt x="1659441" y="274986"/>
                </a:moveTo>
                <a:cubicBezTo>
                  <a:pt x="1672223" y="274986"/>
                  <a:pt x="1682584" y="285391"/>
                  <a:pt x="1682584" y="298227"/>
                </a:cubicBezTo>
                <a:cubicBezTo>
                  <a:pt x="1682584" y="311063"/>
                  <a:pt x="1672223" y="321468"/>
                  <a:pt x="1659441" y="321468"/>
                </a:cubicBezTo>
                <a:cubicBezTo>
                  <a:pt x="1646659" y="321468"/>
                  <a:pt x="1636298" y="311063"/>
                  <a:pt x="1636298" y="298227"/>
                </a:cubicBezTo>
                <a:cubicBezTo>
                  <a:pt x="1636298" y="285391"/>
                  <a:pt x="1646659" y="274986"/>
                  <a:pt x="1659441" y="274986"/>
                </a:cubicBezTo>
                <a:close/>
                <a:moveTo>
                  <a:pt x="197391" y="263766"/>
                </a:moveTo>
                <a:cubicBezTo>
                  <a:pt x="213180" y="263766"/>
                  <a:pt x="225979" y="276683"/>
                  <a:pt x="225979" y="292617"/>
                </a:cubicBezTo>
                <a:cubicBezTo>
                  <a:pt x="225979" y="308551"/>
                  <a:pt x="213180" y="321468"/>
                  <a:pt x="197391" y="321468"/>
                </a:cubicBezTo>
                <a:cubicBezTo>
                  <a:pt x="181602" y="321468"/>
                  <a:pt x="168803" y="308551"/>
                  <a:pt x="168803" y="292617"/>
                </a:cubicBezTo>
                <a:cubicBezTo>
                  <a:pt x="168803" y="276683"/>
                  <a:pt x="181602" y="263766"/>
                  <a:pt x="197391" y="263766"/>
                </a:cubicBezTo>
                <a:close/>
                <a:moveTo>
                  <a:pt x="1453881" y="255752"/>
                </a:moveTo>
                <a:cubicBezTo>
                  <a:pt x="1471925" y="255752"/>
                  <a:pt x="1486553" y="270463"/>
                  <a:pt x="1486553" y="288610"/>
                </a:cubicBezTo>
                <a:cubicBezTo>
                  <a:pt x="1486553" y="306757"/>
                  <a:pt x="1471925" y="321468"/>
                  <a:pt x="1453881" y="321468"/>
                </a:cubicBezTo>
                <a:cubicBezTo>
                  <a:pt x="1435837" y="321468"/>
                  <a:pt x="1421209" y="306757"/>
                  <a:pt x="1421209" y="288610"/>
                </a:cubicBezTo>
                <a:cubicBezTo>
                  <a:pt x="1421209" y="270463"/>
                  <a:pt x="1435837" y="255752"/>
                  <a:pt x="1453881" y="255752"/>
                </a:cubicBezTo>
                <a:close/>
                <a:moveTo>
                  <a:pt x="1261936" y="236519"/>
                </a:moveTo>
                <a:cubicBezTo>
                  <a:pt x="1285243" y="236519"/>
                  <a:pt x="1304137" y="255535"/>
                  <a:pt x="1304137" y="278993"/>
                </a:cubicBezTo>
                <a:cubicBezTo>
                  <a:pt x="1304137" y="302451"/>
                  <a:pt x="1285243" y="321467"/>
                  <a:pt x="1261936" y="321467"/>
                </a:cubicBezTo>
                <a:cubicBezTo>
                  <a:pt x="1238629" y="321467"/>
                  <a:pt x="1219735" y="302451"/>
                  <a:pt x="1219735" y="278993"/>
                </a:cubicBezTo>
                <a:cubicBezTo>
                  <a:pt x="1219735" y="255535"/>
                  <a:pt x="1238629" y="236519"/>
                  <a:pt x="1261936" y="236519"/>
                </a:cubicBezTo>
                <a:close/>
                <a:moveTo>
                  <a:pt x="374361" y="236519"/>
                </a:moveTo>
                <a:cubicBezTo>
                  <a:pt x="397668" y="236519"/>
                  <a:pt x="416562" y="255535"/>
                  <a:pt x="416562" y="278993"/>
                </a:cubicBezTo>
                <a:cubicBezTo>
                  <a:pt x="416562" y="302451"/>
                  <a:pt x="397668" y="321467"/>
                  <a:pt x="374361" y="321467"/>
                </a:cubicBezTo>
                <a:cubicBezTo>
                  <a:pt x="351054" y="321467"/>
                  <a:pt x="332160" y="302451"/>
                  <a:pt x="332160" y="278993"/>
                </a:cubicBezTo>
                <a:cubicBezTo>
                  <a:pt x="332160" y="255535"/>
                  <a:pt x="351054" y="236519"/>
                  <a:pt x="374361" y="236519"/>
                </a:cubicBezTo>
                <a:close/>
                <a:moveTo>
                  <a:pt x="722858" y="231710"/>
                </a:moveTo>
                <a:cubicBezTo>
                  <a:pt x="747669" y="231710"/>
                  <a:pt x="767782" y="251803"/>
                  <a:pt x="767782" y="276589"/>
                </a:cubicBezTo>
                <a:cubicBezTo>
                  <a:pt x="767782" y="301375"/>
                  <a:pt x="747669" y="321468"/>
                  <a:pt x="722858" y="321468"/>
                </a:cubicBezTo>
                <a:cubicBezTo>
                  <a:pt x="698047" y="321468"/>
                  <a:pt x="677934" y="301375"/>
                  <a:pt x="677934" y="276589"/>
                </a:cubicBezTo>
                <a:cubicBezTo>
                  <a:pt x="677934" y="251803"/>
                  <a:pt x="698047" y="231710"/>
                  <a:pt x="722858" y="231710"/>
                </a:cubicBezTo>
                <a:close/>
                <a:moveTo>
                  <a:pt x="1072714" y="223696"/>
                </a:moveTo>
                <a:cubicBezTo>
                  <a:pt x="1099780" y="223696"/>
                  <a:pt x="1121721" y="245583"/>
                  <a:pt x="1121721" y="272582"/>
                </a:cubicBezTo>
                <a:cubicBezTo>
                  <a:pt x="1121721" y="299581"/>
                  <a:pt x="1099780" y="321468"/>
                  <a:pt x="1072714" y="321468"/>
                </a:cubicBezTo>
                <a:cubicBezTo>
                  <a:pt x="1045648" y="321468"/>
                  <a:pt x="1023707" y="299581"/>
                  <a:pt x="1023707" y="272582"/>
                </a:cubicBezTo>
                <a:cubicBezTo>
                  <a:pt x="1023707" y="245583"/>
                  <a:pt x="1045648" y="223696"/>
                  <a:pt x="1072714" y="223696"/>
                </a:cubicBezTo>
                <a:close/>
                <a:moveTo>
                  <a:pt x="895744" y="223696"/>
                </a:moveTo>
                <a:cubicBezTo>
                  <a:pt x="922810" y="223696"/>
                  <a:pt x="944751" y="245583"/>
                  <a:pt x="944751" y="272582"/>
                </a:cubicBezTo>
                <a:cubicBezTo>
                  <a:pt x="944751" y="299581"/>
                  <a:pt x="922810" y="321468"/>
                  <a:pt x="895744" y="321468"/>
                </a:cubicBezTo>
                <a:cubicBezTo>
                  <a:pt x="868678" y="321468"/>
                  <a:pt x="846737" y="299581"/>
                  <a:pt x="846737" y="272582"/>
                </a:cubicBezTo>
                <a:cubicBezTo>
                  <a:pt x="846737" y="245583"/>
                  <a:pt x="868678" y="223696"/>
                  <a:pt x="895744" y="223696"/>
                </a:cubicBezTo>
                <a:close/>
                <a:moveTo>
                  <a:pt x="549970" y="223696"/>
                </a:moveTo>
                <a:cubicBezTo>
                  <a:pt x="577036" y="223696"/>
                  <a:pt x="598977" y="245583"/>
                  <a:pt x="598977" y="272582"/>
                </a:cubicBezTo>
                <a:cubicBezTo>
                  <a:pt x="598977" y="299581"/>
                  <a:pt x="577036" y="321468"/>
                  <a:pt x="549970" y="321468"/>
                </a:cubicBezTo>
                <a:cubicBezTo>
                  <a:pt x="522904" y="321468"/>
                  <a:pt x="500963" y="299581"/>
                  <a:pt x="500963" y="272582"/>
                </a:cubicBezTo>
                <a:cubicBezTo>
                  <a:pt x="500963" y="245583"/>
                  <a:pt x="522904" y="223696"/>
                  <a:pt x="549970" y="223696"/>
                </a:cubicBezTo>
                <a:close/>
                <a:moveTo>
                  <a:pt x="1161617" y="130686"/>
                </a:moveTo>
                <a:cubicBezTo>
                  <a:pt x="1173125" y="130686"/>
                  <a:pt x="1182454" y="139828"/>
                  <a:pt x="1182454" y="151106"/>
                </a:cubicBezTo>
                <a:cubicBezTo>
                  <a:pt x="1182454" y="162384"/>
                  <a:pt x="1173125" y="171526"/>
                  <a:pt x="1161617" y="171526"/>
                </a:cubicBezTo>
                <a:cubicBezTo>
                  <a:pt x="1150109" y="171526"/>
                  <a:pt x="1140780" y="162384"/>
                  <a:pt x="1140780" y="151106"/>
                </a:cubicBezTo>
                <a:cubicBezTo>
                  <a:pt x="1140780" y="139828"/>
                  <a:pt x="1150109" y="130686"/>
                  <a:pt x="1161617" y="130686"/>
                </a:cubicBezTo>
                <a:close/>
                <a:moveTo>
                  <a:pt x="456457" y="130686"/>
                </a:moveTo>
                <a:cubicBezTo>
                  <a:pt x="467965" y="130686"/>
                  <a:pt x="477294" y="139828"/>
                  <a:pt x="477294" y="151106"/>
                </a:cubicBezTo>
                <a:cubicBezTo>
                  <a:pt x="477294" y="162384"/>
                  <a:pt x="467965" y="171526"/>
                  <a:pt x="456457" y="171526"/>
                </a:cubicBezTo>
                <a:cubicBezTo>
                  <a:pt x="444949" y="171526"/>
                  <a:pt x="435620" y="162384"/>
                  <a:pt x="435620" y="151106"/>
                </a:cubicBezTo>
                <a:cubicBezTo>
                  <a:pt x="435620" y="139828"/>
                  <a:pt x="444949" y="130686"/>
                  <a:pt x="456457" y="130686"/>
                </a:cubicBezTo>
                <a:close/>
                <a:moveTo>
                  <a:pt x="980145" y="100738"/>
                </a:moveTo>
                <a:cubicBezTo>
                  <a:pt x="999693" y="100738"/>
                  <a:pt x="1015539" y="116584"/>
                  <a:pt x="1015539" y="136132"/>
                </a:cubicBezTo>
                <a:cubicBezTo>
                  <a:pt x="1015539" y="155680"/>
                  <a:pt x="999693" y="171526"/>
                  <a:pt x="980145" y="171526"/>
                </a:cubicBezTo>
                <a:cubicBezTo>
                  <a:pt x="960597" y="171526"/>
                  <a:pt x="944751" y="155680"/>
                  <a:pt x="944751" y="136132"/>
                </a:cubicBezTo>
                <a:cubicBezTo>
                  <a:pt x="944751" y="116584"/>
                  <a:pt x="960597" y="100738"/>
                  <a:pt x="980145" y="100738"/>
                </a:cubicBezTo>
                <a:close/>
                <a:moveTo>
                  <a:pt x="803042" y="100738"/>
                </a:moveTo>
                <a:cubicBezTo>
                  <a:pt x="822517" y="100738"/>
                  <a:pt x="838304" y="116584"/>
                  <a:pt x="838304" y="136132"/>
                </a:cubicBezTo>
                <a:cubicBezTo>
                  <a:pt x="838304" y="155680"/>
                  <a:pt x="822517" y="171526"/>
                  <a:pt x="803042" y="171526"/>
                </a:cubicBezTo>
                <a:cubicBezTo>
                  <a:pt x="783567" y="171526"/>
                  <a:pt x="767780" y="155680"/>
                  <a:pt x="767780" y="136132"/>
                </a:cubicBezTo>
                <a:cubicBezTo>
                  <a:pt x="767780" y="116584"/>
                  <a:pt x="783567" y="100738"/>
                  <a:pt x="803042" y="100738"/>
                </a:cubicBezTo>
                <a:close/>
                <a:moveTo>
                  <a:pt x="634239" y="100738"/>
                </a:moveTo>
                <a:cubicBezTo>
                  <a:pt x="653714" y="100738"/>
                  <a:pt x="669501" y="116584"/>
                  <a:pt x="669501" y="136132"/>
                </a:cubicBezTo>
                <a:cubicBezTo>
                  <a:pt x="669501" y="155680"/>
                  <a:pt x="653714" y="171526"/>
                  <a:pt x="634239" y="171526"/>
                </a:cubicBezTo>
                <a:cubicBezTo>
                  <a:pt x="614764" y="171526"/>
                  <a:pt x="598977" y="155680"/>
                  <a:pt x="598977" y="136132"/>
                </a:cubicBezTo>
                <a:cubicBezTo>
                  <a:pt x="598977" y="116584"/>
                  <a:pt x="614764" y="100738"/>
                  <a:pt x="634239" y="100738"/>
                </a:cubicBezTo>
                <a:close/>
                <a:moveTo>
                  <a:pt x="898467" y="0"/>
                </a:moveTo>
                <a:cubicBezTo>
                  <a:pt x="908993" y="0"/>
                  <a:pt x="917526" y="8611"/>
                  <a:pt x="917526" y="19234"/>
                </a:cubicBezTo>
                <a:cubicBezTo>
                  <a:pt x="917526" y="29857"/>
                  <a:pt x="908993" y="38468"/>
                  <a:pt x="898467" y="38468"/>
                </a:cubicBezTo>
                <a:cubicBezTo>
                  <a:pt x="887941" y="38468"/>
                  <a:pt x="879408" y="29857"/>
                  <a:pt x="879408" y="19234"/>
                </a:cubicBezTo>
                <a:cubicBezTo>
                  <a:pt x="879408" y="8611"/>
                  <a:pt x="887941" y="0"/>
                  <a:pt x="898467" y="0"/>
                </a:cubicBezTo>
                <a:close/>
                <a:moveTo>
                  <a:pt x="716051" y="0"/>
                </a:moveTo>
                <a:cubicBezTo>
                  <a:pt x="726577" y="0"/>
                  <a:pt x="735110" y="8611"/>
                  <a:pt x="735110" y="19234"/>
                </a:cubicBezTo>
                <a:cubicBezTo>
                  <a:pt x="735110" y="29857"/>
                  <a:pt x="726577" y="38468"/>
                  <a:pt x="716051" y="38468"/>
                </a:cubicBezTo>
                <a:cubicBezTo>
                  <a:pt x="705525" y="38468"/>
                  <a:pt x="696992" y="29857"/>
                  <a:pt x="696992" y="19234"/>
                </a:cubicBezTo>
                <a:cubicBezTo>
                  <a:pt x="696992" y="8611"/>
                  <a:pt x="705525" y="0"/>
                  <a:pt x="716051" y="0"/>
                </a:cubicBezTo>
                <a:close/>
              </a:path>
            </a:pathLst>
          </a:custGeom>
          <a:solidFill>
            <a:schemeClr val="tx2">
              <a:lumMod val="40000"/>
              <a:lumOff val="60000"/>
            </a:schemeClr>
          </a:solidFill>
          <a:ln w="3175">
            <a:noFill/>
          </a:ln>
        </p:spPr>
        <p:txBody>
          <a:bodyPr wrap="square">
            <a:noAutofit/>
          </a:bodyPr>
          <a:lstStyle/>
          <a:p>
            <a:pPr lvl="0"/>
            <a:r>
              <a:rPr lang="en-US" noProof="0"/>
              <a:t> </a:t>
            </a:r>
          </a:p>
        </p:txBody>
      </p:sp>
      <p:sp>
        <p:nvSpPr>
          <p:cNvPr id="14" name="Espace réservé du texte 10">
            <a:extLst>
              <a:ext uri="{FF2B5EF4-FFF2-40B4-BE49-F238E27FC236}">
                <a16:creationId xmlns:a16="http://schemas.microsoft.com/office/drawing/2014/main" id="{73C17576-3818-4DAF-8697-2FBB1139D9DB}"/>
              </a:ext>
            </a:extLst>
          </p:cNvPr>
          <p:cNvSpPr>
            <a:spLocks noGrp="1"/>
          </p:cNvSpPr>
          <p:nvPr>
            <p:ph type="body" sz="quarter" idx="21" hasCustomPrompt="1"/>
          </p:nvPr>
        </p:nvSpPr>
        <p:spPr>
          <a:xfrm>
            <a:off x="4409106" y="3023085"/>
            <a:ext cx="3384000" cy="684000"/>
          </a:xfrm>
          <a:solidFill>
            <a:schemeClr val="tx2"/>
          </a:solidFill>
        </p:spPr>
        <p:txBody>
          <a:bodyPr anchor="ctr"/>
          <a:lstStyle>
            <a:lvl1pPr algn="ctr">
              <a:defRPr sz="4000">
                <a:solidFill>
                  <a:schemeClr val="bg1"/>
                </a:solidFill>
              </a:defRPr>
            </a:lvl1pPr>
            <a:lvl2pPr>
              <a:defRPr sz="2400"/>
            </a:lvl2pPr>
            <a:lvl3pPr>
              <a:defRPr sz="1800"/>
            </a:lvl3pPr>
            <a:lvl4pPr>
              <a:defRPr sz="1600"/>
            </a:lvl4pPr>
            <a:lvl5pPr>
              <a:defRPr sz="1600"/>
            </a:lvl5pPr>
          </a:lstStyle>
          <a:p>
            <a:pPr lvl="0"/>
            <a:r>
              <a:rPr lang="en-US" noProof="0"/>
              <a:t>NN</a:t>
            </a:r>
          </a:p>
        </p:txBody>
      </p:sp>
      <p:sp>
        <p:nvSpPr>
          <p:cNvPr id="15" name="Espace réservé du texte 10">
            <a:extLst>
              <a:ext uri="{FF2B5EF4-FFF2-40B4-BE49-F238E27FC236}">
                <a16:creationId xmlns:a16="http://schemas.microsoft.com/office/drawing/2014/main" id="{06D58CD4-C66A-40AB-98B4-535A07E2DB94}"/>
              </a:ext>
            </a:extLst>
          </p:cNvPr>
          <p:cNvSpPr>
            <a:spLocks noGrp="1"/>
          </p:cNvSpPr>
          <p:nvPr>
            <p:ph type="body" sz="quarter" idx="22" hasCustomPrompt="1"/>
          </p:nvPr>
        </p:nvSpPr>
        <p:spPr>
          <a:xfrm>
            <a:off x="4301948" y="3968439"/>
            <a:ext cx="3491157" cy="2340000"/>
          </a:xfrm>
        </p:spPr>
        <p:txBody>
          <a:bodyPr/>
          <a:lstStyle>
            <a:lvl1pPr>
              <a:defRPr sz="1600"/>
            </a:lvl1pPr>
            <a:lvl2pPr>
              <a:defRPr sz="1600"/>
            </a:lvl2pPr>
            <a:lvl3pPr>
              <a:defRPr sz="1200"/>
            </a:lvl3pPr>
            <a:lvl4pPr>
              <a:defRPr sz="1200"/>
            </a:lvl4pPr>
            <a:lvl5pPr>
              <a:defRPr sz="1200"/>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6" name="Espace réservé du texte 12">
            <a:extLst>
              <a:ext uri="{FF2B5EF4-FFF2-40B4-BE49-F238E27FC236}">
                <a16:creationId xmlns:a16="http://schemas.microsoft.com/office/drawing/2014/main" id="{EFF27A7E-9171-4670-8D42-A17E0C0B08AC}"/>
              </a:ext>
            </a:extLst>
          </p:cNvPr>
          <p:cNvSpPr>
            <a:spLocks noGrp="1"/>
          </p:cNvSpPr>
          <p:nvPr>
            <p:ph type="body" sz="quarter" idx="23" hasCustomPrompt="1"/>
          </p:nvPr>
        </p:nvSpPr>
        <p:spPr>
          <a:xfrm rot="10800000">
            <a:off x="5552890" y="3675814"/>
            <a:ext cx="1096433" cy="209480"/>
          </a:xfrm>
          <a:custGeom>
            <a:avLst/>
            <a:gdLst>
              <a:gd name="connsiteX0" fmla="*/ 21781 w 1682584"/>
              <a:gd name="connsiteY0" fmla="*/ 278191 h 321468"/>
              <a:gd name="connsiteX1" fmla="*/ 43562 w 1682584"/>
              <a:gd name="connsiteY1" fmla="*/ 299829 h 321468"/>
              <a:gd name="connsiteX2" fmla="*/ 21781 w 1682584"/>
              <a:gd name="connsiteY2" fmla="*/ 321467 h 321468"/>
              <a:gd name="connsiteX3" fmla="*/ 0 w 1682584"/>
              <a:gd name="connsiteY3" fmla="*/ 299829 h 321468"/>
              <a:gd name="connsiteX4" fmla="*/ 21781 w 1682584"/>
              <a:gd name="connsiteY4" fmla="*/ 278191 h 321468"/>
              <a:gd name="connsiteX5" fmla="*/ 1659441 w 1682584"/>
              <a:gd name="connsiteY5" fmla="*/ 274986 h 321468"/>
              <a:gd name="connsiteX6" fmla="*/ 1682584 w 1682584"/>
              <a:gd name="connsiteY6" fmla="*/ 298227 h 321468"/>
              <a:gd name="connsiteX7" fmla="*/ 1659441 w 1682584"/>
              <a:gd name="connsiteY7" fmla="*/ 321468 h 321468"/>
              <a:gd name="connsiteX8" fmla="*/ 1636298 w 1682584"/>
              <a:gd name="connsiteY8" fmla="*/ 298227 h 321468"/>
              <a:gd name="connsiteX9" fmla="*/ 1659441 w 1682584"/>
              <a:gd name="connsiteY9" fmla="*/ 274986 h 321468"/>
              <a:gd name="connsiteX10" fmla="*/ 197391 w 1682584"/>
              <a:gd name="connsiteY10" fmla="*/ 263766 h 321468"/>
              <a:gd name="connsiteX11" fmla="*/ 225979 w 1682584"/>
              <a:gd name="connsiteY11" fmla="*/ 292617 h 321468"/>
              <a:gd name="connsiteX12" fmla="*/ 197391 w 1682584"/>
              <a:gd name="connsiteY12" fmla="*/ 321468 h 321468"/>
              <a:gd name="connsiteX13" fmla="*/ 168803 w 1682584"/>
              <a:gd name="connsiteY13" fmla="*/ 292617 h 321468"/>
              <a:gd name="connsiteX14" fmla="*/ 197391 w 1682584"/>
              <a:gd name="connsiteY14" fmla="*/ 263766 h 321468"/>
              <a:gd name="connsiteX15" fmla="*/ 1453881 w 1682584"/>
              <a:gd name="connsiteY15" fmla="*/ 255752 h 321468"/>
              <a:gd name="connsiteX16" fmla="*/ 1486553 w 1682584"/>
              <a:gd name="connsiteY16" fmla="*/ 288610 h 321468"/>
              <a:gd name="connsiteX17" fmla="*/ 1453881 w 1682584"/>
              <a:gd name="connsiteY17" fmla="*/ 321468 h 321468"/>
              <a:gd name="connsiteX18" fmla="*/ 1421209 w 1682584"/>
              <a:gd name="connsiteY18" fmla="*/ 288610 h 321468"/>
              <a:gd name="connsiteX19" fmla="*/ 1453881 w 1682584"/>
              <a:gd name="connsiteY19" fmla="*/ 255752 h 321468"/>
              <a:gd name="connsiteX20" fmla="*/ 1261936 w 1682584"/>
              <a:gd name="connsiteY20" fmla="*/ 236519 h 321468"/>
              <a:gd name="connsiteX21" fmla="*/ 1304137 w 1682584"/>
              <a:gd name="connsiteY21" fmla="*/ 278993 h 321468"/>
              <a:gd name="connsiteX22" fmla="*/ 1261936 w 1682584"/>
              <a:gd name="connsiteY22" fmla="*/ 321467 h 321468"/>
              <a:gd name="connsiteX23" fmla="*/ 1219735 w 1682584"/>
              <a:gd name="connsiteY23" fmla="*/ 278993 h 321468"/>
              <a:gd name="connsiteX24" fmla="*/ 1261936 w 1682584"/>
              <a:gd name="connsiteY24" fmla="*/ 236519 h 321468"/>
              <a:gd name="connsiteX25" fmla="*/ 374361 w 1682584"/>
              <a:gd name="connsiteY25" fmla="*/ 236519 h 321468"/>
              <a:gd name="connsiteX26" fmla="*/ 416562 w 1682584"/>
              <a:gd name="connsiteY26" fmla="*/ 278993 h 321468"/>
              <a:gd name="connsiteX27" fmla="*/ 374361 w 1682584"/>
              <a:gd name="connsiteY27" fmla="*/ 321467 h 321468"/>
              <a:gd name="connsiteX28" fmla="*/ 332160 w 1682584"/>
              <a:gd name="connsiteY28" fmla="*/ 278993 h 321468"/>
              <a:gd name="connsiteX29" fmla="*/ 374361 w 1682584"/>
              <a:gd name="connsiteY29" fmla="*/ 236519 h 321468"/>
              <a:gd name="connsiteX30" fmla="*/ 722858 w 1682584"/>
              <a:gd name="connsiteY30" fmla="*/ 231710 h 321468"/>
              <a:gd name="connsiteX31" fmla="*/ 767782 w 1682584"/>
              <a:gd name="connsiteY31" fmla="*/ 276589 h 321468"/>
              <a:gd name="connsiteX32" fmla="*/ 722858 w 1682584"/>
              <a:gd name="connsiteY32" fmla="*/ 321468 h 321468"/>
              <a:gd name="connsiteX33" fmla="*/ 677934 w 1682584"/>
              <a:gd name="connsiteY33" fmla="*/ 276589 h 321468"/>
              <a:gd name="connsiteX34" fmla="*/ 722858 w 1682584"/>
              <a:gd name="connsiteY34" fmla="*/ 231710 h 321468"/>
              <a:gd name="connsiteX35" fmla="*/ 1072714 w 1682584"/>
              <a:gd name="connsiteY35" fmla="*/ 223696 h 321468"/>
              <a:gd name="connsiteX36" fmla="*/ 1121721 w 1682584"/>
              <a:gd name="connsiteY36" fmla="*/ 272582 h 321468"/>
              <a:gd name="connsiteX37" fmla="*/ 1072714 w 1682584"/>
              <a:gd name="connsiteY37" fmla="*/ 321468 h 321468"/>
              <a:gd name="connsiteX38" fmla="*/ 1023707 w 1682584"/>
              <a:gd name="connsiteY38" fmla="*/ 272582 h 321468"/>
              <a:gd name="connsiteX39" fmla="*/ 1072714 w 1682584"/>
              <a:gd name="connsiteY39" fmla="*/ 223696 h 321468"/>
              <a:gd name="connsiteX40" fmla="*/ 895744 w 1682584"/>
              <a:gd name="connsiteY40" fmla="*/ 223696 h 321468"/>
              <a:gd name="connsiteX41" fmla="*/ 944751 w 1682584"/>
              <a:gd name="connsiteY41" fmla="*/ 272582 h 321468"/>
              <a:gd name="connsiteX42" fmla="*/ 895744 w 1682584"/>
              <a:gd name="connsiteY42" fmla="*/ 321468 h 321468"/>
              <a:gd name="connsiteX43" fmla="*/ 846737 w 1682584"/>
              <a:gd name="connsiteY43" fmla="*/ 272582 h 321468"/>
              <a:gd name="connsiteX44" fmla="*/ 895744 w 1682584"/>
              <a:gd name="connsiteY44" fmla="*/ 223696 h 321468"/>
              <a:gd name="connsiteX45" fmla="*/ 549970 w 1682584"/>
              <a:gd name="connsiteY45" fmla="*/ 223696 h 321468"/>
              <a:gd name="connsiteX46" fmla="*/ 598977 w 1682584"/>
              <a:gd name="connsiteY46" fmla="*/ 272582 h 321468"/>
              <a:gd name="connsiteX47" fmla="*/ 549970 w 1682584"/>
              <a:gd name="connsiteY47" fmla="*/ 321468 h 321468"/>
              <a:gd name="connsiteX48" fmla="*/ 500963 w 1682584"/>
              <a:gd name="connsiteY48" fmla="*/ 272582 h 321468"/>
              <a:gd name="connsiteX49" fmla="*/ 549970 w 1682584"/>
              <a:gd name="connsiteY49" fmla="*/ 223696 h 321468"/>
              <a:gd name="connsiteX50" fmla="*/ 1161617 w 1682584"/>
              <a:gd name="connsiteY50" fmla="*/ 130686 h 321468"/>
              <a:gd name="connsiteX51" fmla="*/ 1182454 w 1682584"/>
              <a:gd name="connsiteY51" fmla="*/ 151106 h 321468"/>
              <a:gd name="connsiteX52" fmla="*/ 1161617 w 1682584"/>
              <a:gd name="connsiteY52" fmla="*/ 171526 h 321468"/>
              <a:gd name="connsiteX53" fmla="*/ 1140780 w 1682584"/>
              <a:gd name="connsiteY53" fmla="*/ 151106 h 321468"/>
              <a:gd name="connsiteX54" fmla="*/ 1161617 w 1682584"/>
              <a:gd name="connsiteY54" fmla="*/ 130686 h 321468"/>
              <a:gd name="connsiteX55" fmla="*/ 456457 w 1682584"/>
              <a:gd name="connsiteY55" fmla="*/ 130686 h 321468"/>
              <a:gd name="connsiteX56" fmla="*/ 477294 w 1682584"/>
              <a:gd name="connsiteY56" fmla="*/ 151106 h 321468"/>
              <a:gd name="connsiteX57" fmla="*/ 456457 w 1682584"/>
              <a:gd name="connsiteY57" fmla="*/ 171526 h 321468"/>
              <a:gd name="connsiteX58" fmla="*/ 435620 w 1682584"/>
              <a:gd name="connsiteY58" fmla="*/ 151106 h 321468"/>
              <a:gd name="connsiteX59" fmla="*/ 456457 w 1682584"/>
              <a:gd name="connsiteY59" fmla="*/ 130686 h 321468"/>
              <a:gd name="connsiteX60" fmla="*/ 980145 w 1682584"/>
              <a:gd name="connsiteY60" fmla="*/ 100738 h 321468"/>
              <a:gd name="connsiteX61" fmla="*/ 1015539 w 1682584"/>
              <a:gd name="connsiteY61" fmla="*/ 136132 h 321468"/>
              <a:gd name="connsiteX62" fmla="*/ 980145 w 1682584"/>
              <a:gd name="connsiteY62" fmla="*/ 171526 h 321468"/>
              <a:gd name="connsiteX63" fmla="*/ 944751 w 1682584"/>
              <a:gd name="connsiteY63" fmla="*/ 136132 h 321468"/>
              <a:gd name="connsiteX64" fmla="*/ 980145 w 1682584"/>
              <a:gd name="connsiteY64" fmla="*/ 100738 h 321468"/>
              <a:gd name="connsiteX65" fmla="*/ 803042 w 1682584"/>
              <a:gd name="connsiteY65" fmla="*/ 100738 h 321468"/>
              <a:gd name="connsiteX66" fmla="*/ 838304 w 1682584"/>
              <a:gd name="connsiteY66" fmla="*/ 136132 h 321468"/>
              <a:gd name="connsiteX67" fmla="*/ 803042 w 1682584"/>
              <a:gd name="connsiteY67" fmla="*/ 171526 h 321468"/>
              <a:gd name="connsiteX68" fmla="*/ 767780 w 1682584"/>
              <a:gd name="connsiteY68" fmla="*/ 136132 h 321468"/>
              <a:gd name="connsiteX69" fmla="*/ 803042 w 1682584"/>
              <a:gd name="connsiteY69" fmla="*/ 100738 h 321468"/>
              <a:gd name="connsiteX70" fmla="*/ 634239 w 1682584"/>
              <a:gd name="connsiteY70" fmla="*/ 100738 h 321468"/>
              <a:gd name="connsiteX71" fmla="*/ 669501 w 1682584"/>
              <a:gd name="connsiteY71" fmla="*/ 136132 h 321468"/>
              <a:gd name="connsiteX72" fmla="*/ 634239 w 1682584"/>
              <a:gd name="connsiteY72" fmla="*/ 171526 h 321468"/>
              <a:gd name="connsiteX73" fmla="*/ 598977 w 1682584"/>
              <a:gd name="connsiteY73" fmla="*/ 136132 h 321468"/>
              <a:gd name="connsiteX74" fmla="*/ 634239 w 1682584"/>
              <a:gd name="connsiteY74" fmla="*/ 100738 h 321468"/>
              <a:gd name="connsiteX75" fmla="*/ 898467 w 1682584"/>
              <a:gd name="connsiteY75" fmla="*/ 0 h 321468"/>
              <a:gd name="connsiteX76" fmla="*/ 917526 w 1682584"/>
              <a:gd name="connsiteY76" fmla="*/ 19234 h 321468"/>
              <a:gd name="connsiteX77" fmla="*/ 898467 w 1682584"/>
              <a:gd name="connsiteY77" fmla="*/ 38468 h 321468"/>
              <a:gd name="connsiteX78" fmla="*/ 879408 w 1682584"/>
              <a:gd name="connsiteY78" fmla="*/ 19234 h 321468"/>
              <a:gd name="connsiteX79" fmla="*/ 898467 w 1682584"/>
              <a:gd name="connsiteY79" fmla="*/ 0 h 321468"/>
              <a:gd name="connsiteX80" fmla="*/ 716051 w 1682584"/>
              <a:gd name="connsiteY80" fmla="*/ 0 h 321468"/>
              <a:gd name="connsiteX81" fmla="*/ 735110 w 1682584"/>
              <a:gd name="connsiteY81" fmla="*/ 19234 h 321468"/>
              <a:gd name="connsiteX82" fmla="*/ 716051 w 1682584"/>
              <a:gd name="connsiteY82" fmla="*/ 38468 h 321468"/>
              <a:gd name="connsiteX83" fmla="*/ 696992 w 1682584"/>
              <a:gd name="connsiteY83" fmla="*/ 19234 h 321468"/>
              <a:gd name="connsiteX84" fmla="*/ 716051 w 1682584"/>
              <a:gd name="connsiteY84" fmla="*/ 0 h 3214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Lst>
            <a:rect l="l" t="t" r="r" b="b"/>
            <a:pathLst>
              <a:path w="1682584" h="321468">
                <a:moveTo>
                  <a:pt x="21781" y="278191"/>
                </a:moveTo>
                <a:cubicBezTo>
                  <a:pt x="33810" y="278191"/>
                  <a:pt x="43562" y="287879"/>
                  <a:pt x="43562" y="299829"/>
                </a:cubicBezTo>
                <a:cubicBezTo>
                  <a:pt x="43562" y="311779"/>
                  <a:pt x="33810" y="321467"/>
                  <a:pt x="21781" y="321467"/>
                </a:cubicBezTo>
                <a:cubicBezTo>
                  <a:pt x="9752" y="321467"/>
                  <a:pt x="0" y="311779"/>
                  <a:pt x="0" y="299829"/>
                </a:cubicBezTo>
                <a:cubicBezTo>
                  <a:pt x="0" y="287879"/>
                  <a:pt x="9752" y="278191"/>
                  <a:pt x="21781" y="278191"/>
                </a:cubicBezTo>
                <a:close/>
                <a:moveTo>
                  <a:pt x="1659441" y="274986"/>
                </a:moveTo>
                <a:cubicBezTo>
                  <a:pt x="1672223" y="274986"/>
                  <a:pt x="1682584" y="285391"/>
                  <a:pt x="1682584" y="298227"/>
                </a:cubicBezTo>
                <a:cubicBezTo>
                  <a:pt x="1682584" y="311063"/>
                  <a:pt x="1672223" y="321468"/>
                  <a:pt x="1659441" y="321468"/>
                </a:cubicBezTo>
                <a:cubicBezTo>
                  <a:pt x="1646659" y="321468"/>
                  <a:pt x="1636298" y="311063"/>
                  <a:pt x="1636298" y="298227"/>
                </a:cubicBezTo>
                <a:cubicBezTo>
                  <a:pt x="1636298" y="285391"/>
                  <a:pt x="1646659" y="274986"/>
                  <a:pt x="1659441" y="274986"/>
                </a:cubicBezTo>
                <a:close/>
                <a:moveTo>
                  <a:pt x="197391" y="263766"/>
                </a:moveTo>
                <a:cubicBezTo>
                  <a:pt x="213180" y="263766"/>
                  <a:pt x="225979" y="276683"/>
                  <a:pt x="225979" y="292617"/>
                </a:cubicBezTo>
                <a:cubicBezTo>
                  <a:pt x="225979" y="308551"/>
                  <a:pt x="213180" y="321468"/>
                  <a:pt x="197391" y="321468"/>
                </a:cubicBezTo>
                <a:cubicBezTo>
                  <a:pt x="181602" y="321468"/>
                  <a:pt x="168803" y="308551"/>
                  <a:pt x="168803" y="292617"/>
                </a:cubicBezTo>
                <a:cubicBezTo>
                  <a:pt x="168803" y="276683"/>
                  <a:pt x="181602" y="263766"/>
                  <a:pt x="197391" y="263766"/>
                </a:cubicBezTo>
                <a:close/>
                <a:moveTo>
                  <a:pt x="1453881" y="255752"/>
                </a:moveTo>
                <a:cubicBezTo>
                  <a:pt x="1471925" y="255752"/>
                  <a:pt x="1486553" y="270463"/>
                  <a:pt x="1486553" y="288610"/>
                </a:cubicBezTo>
                <a:cubicBezTo>
                  <a:pt x="1486553" y="306757"/>
                  <a:pt x="1471925" y="321468"/>
                  <a:pt x="1453881" y="321468"/>
                </a:cubicBezTo>
                <a:cubicBezTo>
                  <a:pt x="1435837" y="321468"/>
                  <a:pt x="1421209" y="306757"/>
                  <a:pt x="1421209" y="288610"/>
                </a:cubicBezTo>
                <a:cubicBezTo>
                  <a:pt x="1421209" y="270463"/>
                  <a:pt x="1435837" y="255752"/>
                  <a:pt x="1453881" y="255752"/>
                </a:cubicBezTo>
                <a:close/>
                <a:moveTo>
                  <a:pt x="1261936" y="236519"/>
                </a:moveTo>
                <a:cubicBezTo>
                  <a:pt x="1285243" y="236519"/>
                  <a:pt x="1304137" y="255535"/>
                  <a:pt x="1304137" y="278993"/>
                </a:cubicBezTo>
                <a:cubicBezTo>
                  <a:pt x="1304137" y="302451"/>
                  <a:pt x="1285243" y="321467"/>
                  <a:pt x="1261936" y="321467"/>
                </a:cubicBezTo>
                <a:cubicBezTo>
                  <a:pt x="1238629" y="321467"/>
                  <a:pt x="1219735" y="302451"/>
                  <a:pt x="1219735" y="278993"/>
                </a:cubicBezTo>
                <a:cubicBezTo>
                  <a:pt x="1219735" y="255535"/>
                  <a:pt x="1238629" y="236519"/>
                  <a:pt x="1261936" y="236519"/>
                </a:cubicBezTo>
                <a:close/>
                <a:moveTo>
                  <a:pt x="374361" y="236519"/>
                </a:moveTo>
                <a:cubicBezTo>
                  <a:pt x="397668" y="236519"/>
                  <a:pt x="416562" y="255535"/>
                  <a:pt x="416562" y="278993"/>
                </a:cubicBezTo>
                <a:cubicBezTo>
                  <a:pt x="416562" y="302451"/>
                  <a:pt x="397668" y="321467"/>
                  <a:pt x="374361" y="321467"/>
                </a:cubicBezTo>
                <a:cubicBezTo>
                  <a:pt x="351054" y="321467"/>
                  <a:pt x="332160" y="302451"/>
                  <a:pt x="332160" y="278993"/>
                </a:cubicBezTo>
                <a:cubicBezTo>
                  <a:pt x="332160" y="255535"/>
                  <a:pt x="351054" y="236519"/>
                  <a:pt x="374361" y="236519"/>
                </a:cubicBezTo>
                <a:close/>
                <a:moveTo>
                  <a:pt x="722858" y="231710"/>
                </a:moveTo>
                <a:cubicBezTo>
                  <a:pt x="747669" y="231710"/>
                  <a:pt x="767782" y="251803"/>
                  <a:pt x="767782" y="276589"/>
                </a:cubicBezTo>
                <a:cubicBezTo>
                  <a:pt x="767782" y="301375"/>
                  <a:pt x="747669" y="321468"/>
                  <a:pt x="722858" y="321468"/>
                </a:cubicBezTo>
                <a:cubicBezTo>
                  <a:pt x="698047" y="321468"/>
                  <a:pt x="677934" y="301375"/>
                  <a:pt x="677934" y="276589"/>
                </a:cubicBezTo>
                <a:cubicBezTo>
                  <a:pt x="677934" y="251803"/>
                  <a:pt x="698047" y="231710"/>
                  <a:pt x="722858" y="231710"/>
                </a:cubicBezTo>
                <a:close/>
                <a:moveTo>
                  <a:pt x="1072714" y="223696"/>
                </a:moveTo>
                <a:cubicBezTo>
                  <a:pt x="1099780" y="223696"/>
                  <a:pt x="1121721" y="245583"/>
                  <a:pt x="1121721" y="272582"/>
                </a:cubicBezTo>
                <a:cubicBezTo>
                  <a:pt x="1121721" y="299581"/>
                  <a:pt x="1099780" y="321468"/>
                  <a:pt x="1072714" y="321468"/>
                </a:cubicBezTo>
                <a:cubicBezTo>
                  <a:pt x="1045648" y="321468"/>
                  <a:pt x="1023707" y="299581"/>
                  <a:pt x="1023707" y="272582"/>
                </a:cubicBezTo>
                <a:cubicBezTo>
                  <a:pt x="1023707" y="245583"/>
                  <a:pt x="1045648" y="223696"/>
                  <a:pt x="1072714" y="223696"/>
                </a:cubicBezTo>
                <a:close/>
                <a:moveTo>
                  <a:pt x="895744" y="223696"/>
                </a:moveTo>
                <a:cubicBezTo>
                  <a:pt x="922810" y="223696"/>
                  <a:pt x="944751" y="245583"/>
                  <a:pt x="944751" y="272582"/>
                </a:cubicBezTo>
                <a:cubicBezTo>
                  <a:pt x="944751" y="299581"/>
                  <a:pt x="922810" y="321468"/>
                  <a:pt x="895744" y="321468"/>
                </a:cubicBezTo>
                <a:cubicBezTo>
                  <a:pt x="868678" y="321468"/>
                  <a:pt x="846737" y="299581"/>
                  <a:pt x="846737" y="272582"/>
                </a:cubicBezTo>
                <a:cubicBezTo>
                  <a:pt x="846737" y="245583"/>
                  <a:pt x="868678" y="223696"/>
                  <a:pt x="895744" y="223696"/>
                </a:cubicBezTo>
                <a:close/>
                <a:moveTo>
                  <a:pt x="549970" y="223696"/>
                </a:moveTo>
                <a:cubicBezTo>
                  <a:pt x="577036" y="223696"/>
                  <a:pt x="598977" y="245583"/>
                  <a:pt x="598977" y="272582"/>
                </a:cubicBezTo>
                <a:cubicBezTo>
                  <a:pt x="598977" y="299581"/>
                  <a:pt x="577036" y="321468"/>
                  <a:pt x="549970" y="321468"/>
                </a:cubicBezTo>
                <a:cubicBezTo>
                  <a:pt x="522904" y="321468"/>
                  <a:pt x="500963" y="299581"/>
                  <a:pt x="500963" y="272582"/>
                </a:cubicBezTo>
                <a:cubicBezTo>
                  <a:pt x="500963" y="245583"/>
                  <a:pt x="522904" y="223696"/>
                  <a:pt x="549970" y="223696"/>
                </a:cubicBezTo>
                <a:close/>
                <a:moveTo>
                  <a:pt x="1161617" y="130686"/>
                </a:moveTo>
                <a:cubicBezTo>
                  <a:pt x="1173125" y="130686"/>
                  <a:pt x="1182454" y="139828"/>
                  <a:pt x="1182454" y="151106"/>
                </a:cubicBezTo>
                <a:cubicBezTo>
                  <a:pt x="1182454" y="162384"/>
                  <a:pt x="1173125" y="171526"/>
                  <a:pt x="1161617" y="171526"/>
                </a:cubicBezTo>
                <a:cubicBezTo>
                  <a:pt x="1150109" y="171526"/>
                  <a:pt x="1140780" y="162384"/>
                  <a:pt x="1140780" y="151106"/>
                </a:cubicBezTo>
                <a:cubicBezTo>
                  <a:pt x="1140780" y="139828"/>
                  <a:pt x="1150109" y="130686"/>
                  <a:pt x="1161617" y="130686"/>
                </a:cubicBezTo>
                <a:close/>
                <a:moveTo>
                  <a:pt x="456457" y="130686"/>
                </a:moveTo>
                <a:cubicBezTo>
                  <a:pt x="467965" y="130686"/>
                  <a:pt x="477294" y="139828"/>
                  <a:pt x="477294" y="151106"/>
                </a:cubicBezTo>
                <a:cubicBezTo>
                  <a:pt x="477294" y="162384"/>
                  <a:pt x="467965" y="171526"/>
                  <a:pt x="456457" y="171526"/>
                </a:cubicBezTo>
                <a:cubicBezTo>
                  <a:pt x="444949" y="171526"/>
                  <a:pt x="435620" y="162384"/>
                  <a:pt x="435620" y="151106"/>
                </a:cubicBezTo>
                <a:cubicBezTo>
                  <a:pt x="435620" y="139828"/>
                  <a:pt x="444949" y="130686"/>
                  <a:pt x="456457" y="130686"/>
                </a:cubicBezTo>
                <a:close/>
                <a:moveTo>
                  <a:pt x="980145" y="100738"/>
                </a:moveTo>
                <a:cubicBezTo>
                  <a:pt x="999693" y="100738"/>
                  <a:pt x="1015539" y="116584"/>
                  <a:pt x="1015539" y="136132"/>
                </a:cubicBezTo>
                <a:cubicBezTo>
                  <a:pt x="1015539" y="155680"/>
                  <a:pt x="999693" y="171526"/>
                  <a:pt x="980145" y="171526"/>
                </a:cubicBezTo>
                <a:cubicBezTo>
                  <a:pt x="960597" y="171526"/>
                  <a:pt x="944751" y="155680"/>
                  <a:pt x="944751" y="136132"/>
                </a:cubicBezTo>
                <a:cubicBezTo>
                  <a:pt x="944751" y="116584"/>
                  <a:pt x="960597" y="100738"/>
                  <a:pt x="980145" y="100738"/>
                </a:cubicBezTo>
                <a:close/>
                <a:moveTo>
                  <a:pt x="803042" y="100738"/>
                </a:moveTo>
                <a:cubicBezTo>
                  <a:pt x="822517" y="100738"/>
                  <a:pt x="838304" y="116584"/>
                  <a:pt x="838304" y="136132"/>
                </a:cubicBezTo>
                <a:cubicBezTo>
                  <a:pt x="838304" y="155680"/>
                  <a:pt x="822517" y="171526"/>
                  <a:pt x="803042" y="171526"/>
                </a:cubicBezTo>
                <a:cubicBezTo>
                  <a:pt x="783567" y="171526"/>
                  <a:pt x="767780" y="155680"/>
                  <a:pt x="767780" y="136132"/>
                </a:cubicBezTo>
                <a:cubicBezTo>
                  <a:pt x="767780" y="116584"/>
                  <a:pt x="783567" y="100738"/>
                  <a:pt x="803042" y="100738"/>
                </a:cubicBezTo>
                <a:close/>
                <a:moveTo>
                  <a:pt x="634239" y="100738"/>
                </a:moveTo>
                <a:cubicBezTo>
                  <a:pt x="653714" y="100738"/>
                  <a:pt x="669501" y="116584"/>
                  <a:pt x="669501" y="136132"/>
                </a:cubicBezTo>
                <a:cubicBezTo>
                  <a:pt x="669501" y="155680"/>
                  <a:pt x="653714" y="171526"/>
                  <a:pt x="634239" y="171526"/>
                </a:cubicBezTo>
                <a:cubicBezTo>
                  <a:pt x="614764" y="171526"/>
                  <a:pt x="598977" y="155680"/>
                  <a:pt x="598977" y="136132"/>
                </a:cubicBezTo>
                <a:cubicBezTo>
                  <a:pt x="598977" y="116584"/>
                  <a:pt x="614764" y="100738"/>
                  <a:pt x="634239" y="100738"/>
                </a:cubicBezTo>
                <a:close/>
                <a:moveTo>
                  <a:pt x="898467" y="0"/>
                </a:moveTo>
                <a:cubicBezTo>
                  <a:pt x="908993" y="0"/>
                  <a:pt x="917526" y="8611"/>
                  <a:pt x="917526" y="19234"/>
                </a:cubicBezTo>
                <a:cubicBezTo>
                  <a:pt x="917526" y="29857"/>
                  <a:pt x="908993" y="38468"/>
                  <a:pt x="898467" y="38468"/>
                </a:cubicBezTo>
                <a:cubicBezTo>
                  <a:pt x="887941" y="38468"/>
                  <a:pt x="879408" y="29857"/>
                  <a:pt x="879408" y="19234"/>
                </a:cubicBezTo>
                <a:cubicBezTo>
                  <a:pt x="879408" y="8611"/>
                  <a:pt x="887941" y="0"/>
                  <a:pt x="898467" y="0"/>
                </a:cubicBezTo>
                <a:close/>
                <a:moveTo>
                  <a:pt x="716051" y="0"/>
                </a:moveTo>
                <a:cubicBezTo>
                  <a:pt x="726577" y="0"/>
                  <a:pt x="735110" y="8611"/>
                  <a:pt x="735110" y="19234"/>
                </a:cubicBezTo>
                <a:cubicBezTo>
                  <a:pt x="735110" y="29857"/>
                  <a:pt x="726577" y="38468"/>
                  <a:pt x="716051" y="38468"/>
                </a:cubicBezTo>
                <a:cubicBezTo>
                  <a:pt x="705525" y="38468"/>
                  <a:pt x="696992" y="29857"/>
                  <a:pt x="696992" y="19234"/>
                </a:cubicBezTo>
                <a:cubicBezTo>
                  <a:pt x="696992" y="8611"/>
                  <a:pt x="705525" y="0"/>
                  <a:pt x="716051" y="0"/>
                </a:cubicBezTo>
                <a:close/>
              </a:path>
            </a:pathLst>
          </a:custGeom>
          <a:solidFill>
            <a:schemeClr val="tx2">
              <a:lumMod val="40000"/>
              <a:lumOff val="60000"/>
            </a:schemeClr>
          </a:solidFill>
          <a:ln w="3175">
            <a:noFill/>
          </a:ln>
        </p:spPr>
        <p:txBody>
          <a:bodyPr wrap="square">
            <a:noAutofit/>
          </a:bodyPr>
          <a:lstStyle/>
          <a:p>
            <a:pPr lvl="0"/>
            <a:r>
              <a:rPr lang="en-US" noProof="0"/>
              <a:t> </a:t>
            </a:r>
          </a:p>
        </p:txBody>
      </p:sp>
      <p:sp>
        <p:nvSpPr>
          <p:cNvPr id="18" name="Espace réservé du texte 10">
            <a:extLst>
              <a:ext uri="{FF2B5EF4-FFF2-40B4-BE49-F238E27FC236}">
                <a16:creationId xmlns:a16="http://schemas.microsoft.com/office/drawing/2014/main" id="{929A8655-1F53-480F-8591-3D24D79A7B03}"/>
              </a:ext>
            </a:extLst>
          </p:cNvPr>
          <p:cNvSpPr>
            <a:spLocks noGrp="1"/>
          </p:cNvSpPr>
          <p:nvPr>
            <p:ph type="body" sz="quarter" idx="24" hasCustomPrompt="1"/>
          </p:nvPr>
        </p:nvSpPr>
        <p:spPr>
          <a:xfrm>
            <a:off x="8174656" y="3023085"/>
            <a:ext cx="3384000" cy="684000"/>
          </a:xfrm>
          <a:solidFill>
            <a:schemeClr val="tx2"/>
          </a:solidFill>
        </p:spPr>
        <p:txBody>
          <a:bodyPr anchor="ctr"/>
          <a:lstStyle>
            <a:lvl1pPr algn="ctr">
              <a:defRPr sz="4000">
                <a:solidFill>
                  <a:schemeClr val="bg1"/>
                </a:solidFill>
              </a:defRPr>
            </a:lvl1pPr>
            <a:lvl2pPr>
              <a:defRPr sz="2400"/>
            </a:lvl2pPr>
            <a:lvl3pPr>
              <a:defRPr sz="1800"/>
            </a:lvl3pPr>
            <a:lvl4pPr>
              <a:defRPr sz="1600"/>
            </a:lvl4pPr>
            <a:lvl5pPr>
              <a:defRPr sz="1600"/>
            </a:lvl5pPr>
          </a:lstStyle>
          <a:p>
            <a:pPr lvl="0"/>
            <a:r>
              <a:rPr lang="en-US" noProof="0"/>
              <a:t>NN</a:t>
            </a:r>
          </a:p>
        </p:txBody>
      </p:sp>
      <p:sp>
        <p:nvSpPr>
          <p:cNvPr id="19" name="Espace réservé du texte 10">
            <a:extLst>
              <a:ext uri="{FF2B5EF4-FFF2-40B4-BE49-F238E27FC236}">
                <a16:creationId xmlns:a16="http://schemas.microsoft.com/office/drawing/2014/main" id="{2B9BEC67-6961-47E7-8313-1489F4F11B5C}"/>
              </a:ext>
            </a:extLst>
          </p:cNvPr>
          <p:cNvSpPr>
            <a:spLocks noGrp="1"/>
          </p:cNvSpPr>
          <p:nvPr>
            <p:ph type="body" sz="quarter" idx="25" hasCustomPrompt="1"/>
          </p:nvPr>
        </p:nvSpPr>
        <p:spPr>
          <a:xfrm>
            <a:off x="8067498" y="3968439"/>
            <a:ext cx="3491157" cy="2340000"/>
          </a:xfrm>
        </p:spPr>
        <p:txBody>
          <a:bodyPr/>
          <a:lstStyle>
            <a:lvl1pPr>
              <a:defRPr sz="1600"/>
            </a:lvl1pPr>
            <a:lvl2pPr>
              <a:defRPr sz="1600"/>
            </a:lvl2pPr>
            <a:lvl3pPr>
              <a:defRPr sz="1200"/>
            </a:lvl3pPr>
            <a:lvl4pPr>
              <a:defRPr sz="1200"/>
            </a:lvl4pPr>
            <a:lvl5pPr>
              <a:defRPr sz="1200"/>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21" name="Espace réservé du texte 12">
            <a:extLst>
              <a:ext uri="{FF2B5EF4-FFF2-40B4-BE49-F238E27FC236}">
                <a16:creationId xmlns:a16="http://schemas.microsoft.com/office/drawing/2014/main" id="{A1E2C166-5791-40DB-903C-66BC65C0DDAD}"/>
              </a:ext>
            </a:extLst>
          </p:cNvPr>
          <p:cNvSpPr>
            <a:spLocks noGrp="1"/>
          </p:cNvSpPr>
          <p:nvPr>
            <p:ph type="body" sz="quarter" idx="26" hasCustomPrompt="1"/>
          </p:nvPr>
        </p:nvSpPr>
        <p:spPr>
          <a:xfrm rot="10800000">
            <a:off x="9318440" y="3675814"/>
            <a:ext cx="1096433" cy="209480"/>
          </a:xfrm>
          <a:custGeom>
            <a:avLst/>
            <a:gdLst>
              <a:gd name="connsiteX0" fmla="*/ 21781 w 1682584"/>
              <a:gd name="connsiteY0" fmla="*/ 278191 h 321468"/>
              <a:gd name="connsiteX1" fmla="*/ 43562 w 1682584"/>
              <a:gd name="connsiteY1" fmla="*/ 299829 h 321468"/>
              <a:gd name="connsiteX2" fmla="*/ 21781 w 1682584"/>
              <a:gd name="connsiteY2" fmla="*/ 321467 h 321468"/>
              <a:gd name="connsiteX3" fmla="*/ 0 w 1682584"/>
              <a:gd name="connsiteY3" fmla="*/ 299829 h 321468"/>
              <a:gd name="connsiteX4" fmla="*/ 21781 w 1682584"/>
              <a:gd name="connsiteY4" fmla="*/ 278191 h 321468"/>
              <a:gd name="connsiteX5" fmla="*/ 1659441 w 1682584"/>
              <a:gd name="connsiteY5" fmla="*/ 274986 h 321468"/>
              <a:gd name="connsiteX6" fmla="*/ 1682584 w 1682584"/>
              <a:gd name="connsiteY6" fmla="*/ 298227 h 321468"/>
              <a:gd name="connsiteX7" fmla="*/ 1659441 w 1682584"/>
              <a:gd name="connsiteY7" fmla="*/ 321468 h 321468"/>
              <a:gd name="connsiteX8" fmla="*/ 1636298 w 1682584"/>
              <a:gd name="connsiteY8" fmla="*/ 298227 h 321468"/>
              <a:gd name="connsiteX9" fmla="*/ 1659441 w 1682584"/>
              <a:gd name="connsiteY9" fmla="*/ 274986 h 321468"/>
              <a:gd name="connsiteX10" fmla="*/ 197391 w 1682584"/>
              <a:gd name="connsiteY10" fmla="*/ 263766 h 321468"/>
              <a:gd name="connsiteX11" fmla="*/ 225979 w 1682584"/>
              <a:gd name="connsiteY11" fmla="*/ 292617 h 321468"/>
              <a:gd name="connsiteX12" fmla="*/ 197391 w 1682584"/>
              <a:gd name="connsiteY12" fmla="*/ 321468 h 321468"/>
              <a:gd name="connsiteX13" fmla="*/ 168803 w 1682584"/>
              <a:gd name="connsiteY13" fmla="*/ 292617 h 321468"/>
              <a:gd name="connsiteX14" fmla="*/ 197391 w 1682584"/>
              <a:gd name="connsiteY14" fmla="*/ 263766 h 321468"/>
              <a:gd name="connsiteX15" fmla="*/ 1453881 w 1682584"/>
              <a:gd name="connsiteY15" fmla="*/ 255752 h 321468"/>
              <a:gd name="connsiteX16" fmla="*/ 1486553 w 1682584"/>
              <a:gd name="connsiteY16" fmla="*/ 288610 h 321468"/>
              <a:gd name="connsiteX17" fmla="*/ 1453881 w 1682584"/>
              <a:gd name="connsiteY17" fmla="*/ 321468 h 321468"/>
              <a:gd name="connsiteX18" fmla="*/ 1421209 w 1682584"/>
              <a:gd name="connsiteY18" fmla="*/ 288610 h 321468"/>
              <a:gd name="connsiteX19" fmla="*/ 1453881 w 1682584"/>
              <a:gd name="connsiteY19" fmla="*/ 255752 h 321468"/>
              <a:gd name="connsiteX20" fmla="*/ 1261936 w 1682584"/>
              <a:gd name="connsiteY20" fmla="*/ 236519 h 321468"/>
              <a:gd name="connsiteX21" fmla="*/ 1304137 w 1682584"/>
              <a:gd name="connsiteY21" fmla="*/ 278993 h 321468"/>
              <a:gd name="connsiteX22" fmla="*/ 1261936 w 1682584"/>
              <a:gd name="connsiteY22" fmla="*/ 321467 h 321468"/>
              <a:gd name="connsiteX23" fmla="*/ 1219735 w 1682584"/>
              <a:gd name="connsiteY23" fmla="*/ 278993 h 321468"/>
              <a:gd name="connsiteX24" fmla="*/ 1261936 w 1682584"/>
              <a:gd name="connsiteY24" fmla="*/ 236519 h 321468"/>
              <a:gd name="connsiteX25" fmla="*/ 374361 w 1682584"/>
              <a:gd name="connsiteY25" fmla="*/ 236519 h 321468"/>
              <a:gd name="connsiteX26" fmla="*/ 416562 w 1682584"/>
              <a:gd name="connsiteY26" fmla="*/ 278993 h 321468"/>
              <a:gd name="connsiteX27" fmla="*/ 374361 w 1682584"/>
              <a:gd name="connsiteY27" fmla="*/ 321467 h 321468"/>
              <a:gd name="connsiteX28" fmla="*/ 332160 w 1682584"/>
              <a:gd name="connsiteY28" fmla="*/ 278993 h 321468"/>
              <a:gd name="connsiteX29" fmla="*/ 374361 w 1682584"/>
              <a:gd name="connsiteY29" fmla="*/ 236519 h 321468"/>
              <a:gd name="connsiteX30" fmla="*/ 722858 w 1682584"/>
              <a:gd name="connsiteY30" fmla="*/ 231710 h 321468"/>
              <a:gd name="connsiteX31" fmla="*/ 767782 w 1682584"/>
              <a:gd name="connsiteY31" fmla="*/ 276589 h 321468"/>
              <a:gd name="connsiteX32" fmla="*/ 722858 w 1682584"/>
              <a:gd name="connsiteY32" fmla="*/ 321468 h 321468"/>
              <a:gd name="connsiteX33" fmla="*/ 677934 w 1682584"/>
              <a:gd name="connsiteY33" fmla="*/ 276589 h 321468"/>
              <a:gd name="connsiteX34" fmla="*/ 722858 w 1682584"/>
              <a:gd name="connsiteY34" fmla="*/ 231710 h 321468"/>
              <a:gd name="connsiteX35" fmla="*/ 1072714 w 1682584"/>
              <a:gd name="connsiteY35" fmla="*/ 223696 h 321468"/>
              <a:gd name="connsiteX36" fmla="*/ 1121721 w 1682584"/>
              <a:gd name="connsiteY36" fmla="*/ 272582 h 321468"/>
              <a:gd name="connsiteX37" fmla="*/ 1072714 w 1682584"/>
              <a:gd name="connsiteY37" fmla="*/ 321468 h 321468"/>
              <a:gd name="connsiteX38" fmla="*/ 1023707 w 1682584"/>
              <a:gd name="connsiteY38" fmla="*/ 272582 h 321468"/>
              <a:gd name="connsiteX39" fmla="*/ 1072714 w 1682584"/>
              <a:gd name="connsiteY39" fmla="*/ 223696 h 321468"/>
              <a:gd name="connsiteX40" fmla="*/ 895744 w 1682584"/>
              <a:gd name="connsiteY40" fmla="*/ 223696 h 321468"/>
              <a:gd name="connsiteX41" fmla="*/ 944751 w 1682584"/>
              <a:gd name="connsiteY41" fmla="*/ 272582 h 321468"/>
              <a:gd name="connsiteX42" fmla="*/ 895744 w 1682584"/>
              <a:gd name="connsiteY42" fmla="*/ 321468 h 321468"/>
              <a:gd name="connsiteX43" fmla="*/ 846737 w 1682584"/>
              <a:gd name="connsiteY43" fmla="*/ 272582 h 321468"/>
              <a:gd name="connsiteX44" fmla="*/ 895744 w 1682584"/>
              <a:gd name="connsiteY44" fmla="*/ 223696 h 321468"/>
              <a:gd name="connsiteX45" fmla="*/ 549970 w 1682584"/>
              <a:gd name="connsiteY45" fmla="*/ 223696 h 321468"/>
              <a:gd name="connsiteX46" fmla="*/ 598977 w 1682584"/>
              <a:gd name="connsiteY46" fmla="*/ 272582 h 321468"/>
              <a:gd name="connsiteX47" fmla="*/ 549970 w 1682584"/>
              <a:gd name="connsiteY47" fmla="*/ 321468 h 321468"/>
              <a:gd name="connsiteX48" fmla="*/ 500963 w 1682584"/>
              <a:gd name="connsiteY48" fmla="*/ 272582 h 321468"/>
              <a:gd name="connsiteX49" fmla="*/ 549970 w 1682584"/>
              <a:gd name="connsiteY49" fmla="*/ 223696 h 321468"/>
              <a:gd name="connsiteX50" fmla="*/ 1161617 w 1682584"/>
              <a:gd name="connsiteY50" fmla="*/ 130686 h 321468"/>
              <a:gd name="connsiteX51" fmla="*/ 1182454 w 1682584"/>
              <a:gd name="connsiteY51" fmla="*/ 151106 h 321468"/>
              <a:gd name="connsiteX52" fmla="*/ 1161617 w 1682584"/>
              <a:gd name="connsiteY52" fmla="*/ 171526 h 321468"/>
              <a:gd name="connsiteX53" fmla="*/ 1140780 w 1682584"/>
              <a:gd name="connsiteY53" fmla="*/ 151106 h 321468"/>
              <a:gd name="connsiteX54" fmla="*/ 1161617 w 1682584"/>
              <a:gd name="connsiteY54" fmla="*/ 130686 h 321468"/>
              <a:gd name="connsiteX55" fmla="*/ 456457 w 1682584"/>
              <a:gd name="connsiteY55" fmla="*/ 130686 h 321468"/>
              <a:gd name="connsiteX56" fmla="*/ 477294 w 1682584"/>
              <a:gd name="connsiteY56" fmla="*/ 151106 h 321468"/>
              <a:gd name="connsiteX57" fmla="*/ 456457 w 1682584"/>
              <a:gd name="connsiteY57" fmla="*/ 171526 h 321468"/>
              <a:gd name="connsiteX58" fmla="*/ 435620 w 1682584"/>
              <a:gd name="connsiteY58" fmla="*/ 151106 h 321468"/>
              <a:gd name="connsiteX59" fmla="*/ 456457 w 1682584"/>
              <a:gd name="connsiteY59" fmla="*/ 130686 h 321468"/>
              <a:gd name="connsiteX60" fmla="*/ 980145 w 1682584"/>
              <a:gd name="connsiteY60" fmla="*/ 100738 h 321468"/>
              <a:gd name="connsiteX61" fmla="*/ 1015539 w 1682584"/>
              <a:gd name="connsiteY61" fmla="*/ 136132 h 321468"/>
              <a:gd name="connsiteX62" fmla="*/ 980145 w 1682584"/>
              <a:gd name="connsiteY62" fmla="*/ 171526 h 321468"/>
              <a:gd name="connsiteX63" fmla="*/ 944751 w 1682584"/>
              <a:gd name="connsiteY63" fmla="*/ 136132 h 321468"/>
              <a:gd name="connsiteX64" fmla="*/ 980145 w 1682584"/>
              <a:gd name="connsiteY64" fmla="*/ 100738 h 321468"/>
              <a:gd name="connsiteX65" fmla="*/ 803042 w 1682584"/>
              <a:gd name="connsiteY65" fmla="*/ 100738 h 321468"/>
              <a:gd name="connsiteX66" fmla="*/ 838304 w 1682584"/>
              <a:gd name="connsiteY66" fmla="*/ 136132 h 321468"/>
              <a:gd name="connsiteX67" fmla="*/ 803042 w 1682584"/>
              <a:gd name="connsiteY67" fmla="*/ 171526 h 321468"/>
              <a:gd name="connsiteX68" fmla="*/ 767780 w 1682584"/>
              <a:gd name="connsiteY68" fmla="*/ 136132 h 321468"/>
              <a:gd name="connsiteX69" fmla="*/ 803042 w 1682584"/>
              <a:gd name="connsiteY69" fmla="*/ 100738 h 321468"/>
              <a:gd name="connsiteX70" fmla="*/ 634239 w 1682584"/>
              <a:gd name="connsiteY70" fmla="*/ 100738 h 321468"/>
              <a:gd name="connsiteX71" fmla="*/ 669501 w 1682584"/>
              <a:gd name="connsiteY71" fmla="*/ 136132 h 321468"/>
              <a:gd name="connsiteX72" fmla="*/ 634239 w 1682584"/>
              <a:gd name="connsiteY72" fmla="*/ 171526 h 321468"/>
              <a:gd name="connsiteX73" fmla="*/ 598977 w 1682584"/>
              <a:gd name="connsiteY73" fmla="*/ 136132 h 321468"/>
              <a:gd name="connsiteX74" fmla="*/ 634239 w 1682584"/>
              <a:gd name="connsiteY74" fmla="*/ 100738 h 321468"/>
              <a:gd name="connsiteX75" fmla="*/ 898467 w 1682584"/>
              <a:gd name="connsiteY75" fmla="*/ 0 h 321468"/>
              <a:gd name="connsiteX76" fmla="*/ 917526 w 1682584"/>
              <a:gd name="connsiteY76" fmla="*/ 19234 h 321468"/>
              <a:gd name="connsiteX77" fmla="*/ 898467 w 1682584"/>
              <a:gd name="connsiteY77" fmla="*/ 38468 h 321468"/>
              <a:gd name="connsiteX78" fmla="*/ 879408 w 1682584"/>
              <a:gd name="connsiteY78" fmla="*/ 19234 h 321468"/>
              <a:gd name="connsiteX79" fmla="*/ 898467 w 1682584"/>
              <a:gd name="connsiteY79" fmla="*/ 0 h 321468"/>
              <a:gd name="connsiteX80" fmla="*/ 716051 w 1682584"/>
              <a:gd name="connsiteY80" fmla="*/ 0 h 321468"/>
              <a:gd name="connsiteX81" fmla="*/ 735110 w 1682584"/>
              <a:gd name="connsiteY81" fmla="*/ 19234 h 321468"/>
              <a:gd name="connsiteX82" fmla="*/ 716051 w 1682584"/>
              <a:gd name="connsiteY82" fmla="*/ 38468 h 321468"/>
              <a:gd name="connsiteX83" fmla="*/ 696992 w 1682584"/>
              <a:gd name="connsiteY83" fmla="*/ 19234 h 321468"/>
              <a:gd name="connsiteX84" fmla="*/ 716051 w 1682584"/>
              <a:gd name="connsiteY84" fmla="*/ 0 h 3214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Lst>
            <a:rect l="l" t="t" r="r" b="b"/>
            <a:pathLst>
              <a:path w="1682584" h="321468">
                <a:moveTo>
                  <a:pt x="21781" y="278191"/>
                </a:moveTo>
                <a:cubicBezTo>
                  <a:pt x="33810" y="278191"/>
                  <a:pt x="43562" y="287879"/>
                  <a:pt x="43562" y="299829"/>
                </a:cubicBezTo>
                <a:cubicBezTo>
                  <a:pt x="43562" y="311779"/>
                  <a:pt x="33810" y="321467"/>
                  <a:pt x="21781" y="321467"/>
                </a:cubicBezTo>
                <a:cubicBezTo>
                  <a:pt x="9752" y="321467"/>
                  <a:pt x="0" y="311779"/>
                  <a:pt x="0" y="299829"/>
                </a:cubicBezTo>
                <a:cubicBezTo>
                  <a:pt x="0" y="287879"/>
                  <a:pt x="9752" y="278191"/>
                  <a:pt x="21781" y="278191"/>
                </a:cubicBezTo>
                <a:close/>
                <a:moveTo>
                  <a:pt x="1659441" y="274986"/>
                </a:moveTo>
                <a:cubicBezTo>
                  <a:pt x="1672223" y="274986"/>
                  <a:pt x="1682584" y="285391"/>
                  <a:pt x="1682584" y="298227"/>
                </a:cubicBezTo>
                <a:cubicBezTo>
                  <a:pt x="1682584" y="311063"/>
                  <a:pt x="1672223" y="321468"/>
                  <a:pt x="1659441" y="321468"/>
                </a:cubicBezTo>
                <a:cubicBezTo>
                  <a:pt x="1646659" y="321468"/>
                  <a:pt x="1636298" y="311063"/>
                  <a:pt x="1636298" y="298227"/>
                </a:cubicBezTo>
                <a:cubicBezTo>
                  <a:pt x="1636298" y="285391"/>
                  <a:pt x="1646659" y="274986"/>
                  <a:pt x="1659441" y="274986"/>
                </a:cubicBezTo>
                <a:close/>
                <a:moveTo>
                  <a:pt x="197391" y="263766"/>
                </a:moveTo>
                <a:cubicBezTo>
                  <a:pt x="213180" y="263766"/>
                  <a:pt x="225979" y="276683"/>
                  <a:pt x="225979" y="292617"/>
                </a:cubicBezTo>
                <a:cubicBezTo>
                  <a:pt x="225979" y="308551"/>
                  <a:pt x="213180" y="321468"/>
                  <a:pt x="197391" y="321468"/>
                </a:cubicBezTo>
                <a:cubicBezTo>
                  <a:pt x="181602" y="321468"/>
                  <a:pt x="168803" y="308551"/>
                  <a:pt x="168803" y="292617"/>
                </a:cubicBezTo>
                <a:cubicBezTo>
                  <a:pt x="168803" y="276683"/>
                  <a:pt x="181602" y="263766"/>
                  <a:pt x="197391" y="263766"/>
                </a:cubicBezTo>
                <a:close/>
                <a:moveTo>
                  <a:pt x="1453881" y="255752"/>
                </a:moveTo>
                <a:cubicBezTo>
                  <a:pt x="1471925" y="255752"/>
                  <a:pt x="1486553" y="270463"/>
                  <a:pt x="1486553" y="288610"/>
                </a:cubicBezTo>
                <a:cubicBezTo>
                  <a:pt x="1486553" y="306757"/>
                  <a:pt x="1471925" y="321468"/>
                  <a:pt x="1453881" y="321468"/>
                </a:cubicBezTo>
                <a:cubicBezTo>
                  <a:pt x="1435837" y="321468"/>
                  <a:pt x="1421209" y="306757"/>
                  <a:pt x="1421209" y="288610"/>
                </a:cubicBezTo>
                <a:cubicBezTo>
                  <a:pt x="1421209" y="270463"/>
                  <a:pt x="1435837" y="255752"/>
                  <a:pt x="1453881" y="255752"/>
                </a:cubicBezTo>
                <a:close/>
                <a:moveTo>
                  <a:pt x="1261936" y="236519"/>
                </a:moveTo>
                <a:cubicBezTo>
                  <a:pt x="1285243" y="236519"/>
                  <a:pt x="1304137" y="255535"/>
                  <a:pt x="1304137" y="278993"/>
                </a:cubicBezTo>
                <a:cubicBezTo>
                  <a:pt x="1304137" y="302451"/>
                  <a:pt x="1285243" y="321467"/>
                  <a:pt x="1261936" y="321467"/>
                </a:cubicBezTo>
                <a:cubicBezTo>
                  <a:pt x="1238629" y="321467"/>
                  <a:pt x="1219735" y="302451"/>
                  <a:pt x="1219735" y="278993"/>
                </a:cubicBezTo>
                <a:cubicBezTo>
                  <a:pt x="1219735" y="255535"/>
                  <a:pt x="1238629" y="236519"/>
                  <a:pt x="1261936" y="236519"/>
                </a:cubicBezTo>
                <a:close/>
                <a:moveTo>
                  <a:pt x="374361" y="236519"/>
                </a:moveTo>
                <a:cubicBezTo>
                  <a:pt x="397668" y="236519"/>
                  <a:pt x="416562" y="255535"/>
                  <a:pt x="416562" y="278993"/>
                </a:cubicBezTo>
                <a:cubicBezTo>
                  <a:pt x="416562" y="302451"/>
                  <a:pt x="397668" y="321467"/>
                  <a:pt x="374361" y="321467"/>
                </a:cubicBezTo>
                <a:cubicBezTo>
                  <a:pt x="351054" y="321467"/>
                  <a:pt x="332160" y="302451"/>
                  <a:pt x="332160" y="278993"/>
                </a:cubicBezTo>
                <a:cubicBezTo>
                  <a:pt x="332160" y="255535"/>
                  <a:pt x="351054" y="236519"/>
                  <a:pt x="374361" y="236519"/>
                </a:cubicBezTo>
                <a:close/>
                <a:moveTo>
                  <a:pt x="722858" y="231710"/>
                </a:moveTo>
                <a:cubicBezTo>
                  <a:pt x="747669" y="231710"/>
                  <a:pt x="767782" y="251803"/>
                  <a:pt x="767782" y="276589"/>
                </a:cubicBezTo>
                <a:cubicBezTo>
                  <a:pt x="767782" y="301375"/>
                  <a:pt x="747669" y="321468"/>
                  <a:pt x="722858" y="321468"/>
                </a:cubicBezTo>
                <a:cubicBezTo>
                  <a:pt x="698047" y="321468"/>
                  <a:pt x="677934" y="301375"/>
                  <a:pt x="677934" y="276589"/>
                </a:cubicBezTo>
                <a:cubicBezTo>
                  <a:pt x="677934" y="251803"/>
                  <a:pt x="698047" y="231710"/>
                  <a:pt x="722858" y="231710"/>
                </a:cubicBezTo>
                <a:close/>
                <a:moveTo>
                  <a:pt x="1072714" y="223696"/>
                </a:moveTo>
                <a:cubicBezTo>
                  <a:pt x="1099780" y="223696"/>
                  <a:pt x="1121721" y="245583"/>
                  <a:pt x="1121721" y="272582"/>
                </a:cubicBezTo>
                <a:cubicBezTo>
                  <a:pt x="1121721" y="299581"/>
                  <a:pt x="1099780" y="321468"/>
                  <a:pt x="1072714" y="321468"/>
                </a:cubicBezTo>
                <a:cubicBezTo>
                  <a:pt x="1045648" y="321468"/>
                  <a:pt x="1023707" y="299581"/>
                  <a:pt x="1023707" y="272582"/>
                </a:cubicBezTo>
                <a:cubicBezTo>
                  <a:pt x="1023707" y="245583"/>
                  <a:pt x="1045648" y="223696"/>
                  <a:pt x="1072714" y="223696"/>
                </a:cubicBezTo>
                <a:close/>
                <a:moveTo>
                  <a:pt x="895744" y="223696"/>
                </a:moveTo>
                <a:cubicBezTo>
                  <a:pt x="922810" y="223696"/>
                  <a:pt x="944751" y="245583"/>
                  <a:pt x="944751" y="272582"/>
                </a:cubicBezTo>
                <a:cubicBezTo>
                  <a:pt x="944751" y="299581"/>
                  <a:pt x="922810" y="321468"/>
                  <a:pt x="895744" y="321468"/>
                </a:cubicBezTo>
                <a:cubicBezTo>
                  <a:pt x="868678" y="321468"/>
                  <a:pt x="846737" y="299581"/>
                  <a:pt x="846737" y="272582"/>
                </a:cubicBezTo>
                <a:cubicBezTo>
                  <a:pt x="846737" y="245583"/>
                  <a:pt x="868678" y="223696"/>
                  <a:pt x="895744" y="223696"/>
                </a:cubicBezTo>
                <a:close/>
                <a:moveTo>
                  <a:pt x="549970" y="223696"/>
                </a:moveTo>
                <a:cubicBezTo>
                  <a:pt x="577036" y="223696"/>
                  <a:pt x="598977" y="245583"/>
                  <a:pt x="598977" y="272582"/>
                </a:cubicBezTo>
                <a:cubicBezTo>
                  <a:pt x="598977" y="299581"/>
                  <a:pt x="577036" y="321468"/>
                  <a:pt x="549970" y="321468"/>
                </a:cubicBezTo>
                <a:cubicBezTo>
                  <a:pt x="522904" y="321468"/>
                  <a:pt x="500963" y="299581"/>
                  <a:pt x="500963" y="272582"/>
                </a:cubicBezTo>
                <a:cubicBezTo>
                  <a:pt x="500963" y="245583"/>
                  <a:pt x="522904" y="223696"/>
                  <a:pt x="549970" y="223696"/>
                </a:cubicBezTo>
                <a:close/>
                <a:moveTo>
                  <a:pt x="1161617" y="130686"/>
                </a:moveTo>
                <a:cubicBezTo>
                  <a:pt x="1173125" y="130686"/>
                  <a:pt x="1182454" y="139828"/>
                  <a:pt x="1182454" y="151106"/>
                </a:cubicBezTo>
                <a:cubicBezTo>
                  <a:pt x="1182454" y="162384"/>
                  <a:pt x="1173125" y="171526"/>
                  <a:pt x="1161617" y="171526"/>
                </a:cubicBezTo>
                <a:cubicBezTo>
                  <a:pt x="1150109" y="171526"/>
                  <a:pt x="1140780" y="162384"/>
                  <a:pt x="1140780" y="151106"/>
                </a:cubicBezTo>
                <a:cubicBezTo>
                  <a:pt x="1140780" y="139828"/>
                  <a:pt x="1150109" y="130686"/>
                  <a:pt x="1161617" y="130686"/>
                </a:cubicBezTo>
                <a:close/>
                <a:moveTo>
                  <a:pt x="456457" y="130686"/>
                </a:moveTo>
                <a:cubicBezTo>
                  <a:pt x="467965" y="130686"/>
                  <a:pt x="477294" y="139828"/>
                  <a:pt x="477294" y="151106"/>
                </a:cubicBezTo>
                <a:cubicBezTo>
                  <a:pt x="477294" y="162384"/>
                  <a:pt x="467965" y="171526"/>
                  <a:pt x="456457" y="171526"/>
                </a:cubicBezTo>
                <a:cubicBezTo>
                  <a:pt x="444949" y="171526"/>
                  <a:pt x="435620" y="162384"/>
                  <a:pt x="435620" y="151106"/>
                </a:cubicBezTo>
                <a:cubicBezTo>
                  <a:pt x="435620" y="139828"/>
                  <a:pt x="444949" y="130686"/>
                  <a:pt x="456457" y="130686"/>
                </a:cubicBezTo>
                <a:close/>
                <a:moveTo>
                  <a:pt x="980145" y="100738"/>
                </a:moveTo>
                <a:cubicBezTo>
                  <a:pt x="999693" y="100738"/>
                  <a:pt x="1015539" y="116584"/>
                  <a:pt x="1015539" y="136132"/>
                </a:cubicBezTo>
                <a:cubicBezTo>
                  <a:pt x="1015539" y="155680"/>
                  <a:pt x="999693" y="171526"/>
                  <a:pt x="980145" y="171526"/>
                </a:cubicBezTo>
                <a:cubicBezTo>
                  <a:pt x="960597" y="171526"/>
                  <a:pt x="944751" y="155680"/>
                  <a:pt x="944751" y="136132"/>
                </a:cubicBezTo>
                <a:cubicBezTo>
                  <a:pt x="944751" y="116584"/>
                  <a:pt x="960597" y="100738"/>
                  <a:pt x="980145" y="100738"/>
                </a:cubicBezTo>
                <a:close/>
                <a:moveTo>
                  <a:pt x="803042" y="100738"/>
                </a:moveTo>
                <a:cubicBezTo>
                  <a:pt x="822517" y="100738"/>
                  <a:pt x="838304" y="116584"/>
                  <a:pt x="838304" y="136132"/>
                </a:cubicBezTo>
                <a:cubicBezTo>
                  <a:pt x="838304" y="155680"/>
                  <a:pt x="822517" y="171526"/>
                  <a:pt x="803042" y="171526"/>
                </a:cubicBezTo>
                <a:cubicBezTo>
                  <a:pt x="783567" y="171526"/>
                  <a:pt x="767780" y="155680"/>
                  <a:pt x="767780" y="136132"/>
                </a:cubicBezTo>
                <a:cubicBezTo>
                  <a:pt x="767780" y="116584"/>
                  <a:pt x="783567" y="100738"/>
                  <a:pt x="803042" y="100738"/>
                </a:cubicBezTo>
                <a:close/>
                <a:moveTo>
                  <a:pt x="634239" y="100738"/>
                </a:moveTo>
                <a:cubicBezTo>
                  <a:pt x="653714" y="100738"/>
                  <a:pt x="669501" y="116584"/>
                  <a:pt x="669501" y="136132"/>
                </a:cubicBezTo>
                <a:cubicBezTo>
                  <a:pt x="669501" y="155680"/>
                  <a:pt x="653714" y="171526"/>
                  <a:pt x="634239" y="171526"/>
                </a:cubicBezTo>
                <a:cubicBezTo>
                  <a:pt x="614764" y="171526"/>
                  <a:pt x="598977" y="155680"/>
                  <a:pt x="598977" y="136132"/>
                </a:cubicBezTo>
                <a:cubicBezTo>
                  <a:pt x="598977" y="116584"/>
                  <a:pt x="614764" y="100738"/>
                  <a:pt x="634239" y="100738"/>
                </a:cubicBezTo>
                <a:close/>
                <a:moveTo>
                  <a:pt x="898467" y="0"/>
                </a:moveTo>
                <a:cubicBezTo>
                  <a:pt x="908993" y="0"/>
                  <a:pt x="917526" y="8611"/>
                  <a:pt x="917526" y="19234"/>
                </a:cubicBezTo>
                <a:cubicBezTo>
                  <a:pt x="917526" y="29857"/>
                  <a:pt x="908993" y="38468"/>
                  <a:pt x="898467" y="38468"/>
                </a:cubicBezTo>
                <a:cubicBezTo>
                  <a:pt x="887941" y="38468"/>
                  <a:pt x="879408" y="29857"/>
                  <a:pt x="879408" y="19234"/>
                </a:cubicBezTo>
                <a:cubicBezTo>
                  <a:pt x="879408" y="8611"/>
                  <a:pt x="887941" y="0"/>
                  <a:pt x="898467" y="0"/>
                </a:cubicBezTo>
                <a:close/>
                <a:moveTo>
                  <a:pt x="716051" y="0"/>
                </a:moveTo>
                <a:cubicBezTo>
                  <a:pt x="726577" y="0"/>
                  <a:pt x="735110" y="8611"/>
                  <a:pt x="735110" y="19234"/>
                </a:cubicBezTo>
                <a:cubicBezTo>
                  <a:pt x="735110" y="29857"/>
                  <a:pt x="726577" y="38468"/>
                  <a:pt x="716051" y="38468"/>
                </a:cubicBezTo>
                <a:cubicBezTo>
                  <a:pt x="705525" y="38468"/>
                  <a:pt x="696992" y="29857"/>
                  <a:pt x="696992" y="19234"/>
                </a:cubicBezTo>
                <a:cubicBezTo>
                  <a:pt x="696992" y="8611"/>
                  <a:pt x="705525" y="0"/>
                  <a:pt x="716051" y="0"/>
                </a:cubicBezTo>
                <a:close/>
              </a:path>
            </a:pathLst>
          </a:custGeom>
          <a:solidFill>
            <a:schemeClr val="tx2">
              <a:lumMod val="40000"/>
              <a:lumOff val="60000"/>
            </a:schemeClr>
          </a:solidFill>
          <a:ln w="3175">
            <a:noFill/>
          </a:ln>
        </p:spPr>
        <p:txBody>
          <a:bodyPr wrap="square">
            <a:noAutofit/>
          </a:bodyPr>
          <a:lstStyle/>
          <a:p>
            <a:pPr lvl="0"/>
            <a:r>
              <a:rPr lang="en-US" noProof="0"/>
              <a:t> </a:t>
            </a:r>
          </a:p>
        </p:txBody>
      </p:sp>
    </p:spTree>
    <p:extLst>
      <p:ext uri="{BB962C8B-B14F-4D97-AF65-F5344CB8AC3E}">
        <p14:creationId xmlns:p14="http://schemas.microsoft.com/office/powerpoint/2010/main" val="515076194"/>
      </p:ext>
    </p:extLst>
  </p:cSld>
  <p:clrMapOvr>
    <a:masterClrMapping/>
  </p:clrMapOvr>
  <p:extLst>
    <p:ext uri="{DCECCB84-F9BA-43D5-87BE-67443E8EF086}">
      <p15:sldGuideLst xmlns:p15="http://schemas.microsoft.com/office/powerpoint/2012/main">
        <p15:guide id="2" pos="3840" userDrawn="1">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ext in 2 columns with a frame">
    <p:spTree>
      <p:nvGrpSpPr>
        <p:cNvPr id="1" name=""/>
        <p:cNvGrpSpPr/>
        <p:nvPr/>
      </p:nvGrpSpPr>
      <p:grpSpPr>
        <a:xfrm>
          <a:off x="0" y="0"/>
          <a:ext cx="0" cy="0"/>
          <a:chOff x="0" y="0"/>
          <a:chExt cx="0" cy="0"/>
        </a:xfrm>
      </p:grpSpPr>
      <p:sp>
        <p:nvSpPr>
          <p:cNvPr id="17" name="Espace réservé du texte 16">
            <a:extLst>
              <a:ext uri="{FF2B5EF4-FFF2-40B4-BE49-F238E27FC236}">
                <a16:creationId xmlns:a16="http://schemas.microsoft.com/office/drawing/2014/main" id="{38D92F9C-9CF1-426A-9EA7-935D5427C4DA}"/>
              </a:ext>
            </a:extLst>
          </p:cNvPr>
          <p:cNvSpPr>
            <a:spLocks noGrp="1"/>
          </p:cNvSpPr>
          <p:nvPr>
            <p:ph type="body" idx="1" hasCustomPrompt="1"/>
          </p:nvPr>
        </p:nvSpPr>
        <p:spPr>
          <a:xfrm>
            <a:off x="1" y="449849"/>
            <a:ext cx="9683261" cy="335964"/>
          </a:xfrm>
          <a:custGeom>
            <a:avLst/>
            <a:gdLst>
              <a:gd name="connsiteX0" fmla="*/ 9609373 w 9683261"/>
              <a:gd name="connsiteY0" fmla="*/ 237817 h 335964"/>
              <a:gd name="connsiteX1" fmla="*/ 9632706 w 9683261"/>
              <a:gd name="connsiteY1" fmla="*/ 261358 h 335964"/>
              <a:gd name="connsiteX2" fmla="*/ 9609373 w 9683261"/>
              <a:gd name="connsiteY2" fmla="*/ 284899 h 335964"/>
              <a:gd name="connsiteX3" fmla="*/ 9586041 w 9683261"/>
              <a:gd name="connsiteY3" fmla="*/ 261358 h 335964"/>
              <a:gd name="connsiteX4" fmla="*/ 9609373 w 9683261"/>
              <a:gd name="connsiteY4" fmla="*/ 237817 h 335964"/>
              <a:gd name="connsiteX5" fmla="*/ 9669650 w 9683261"/>
              <a:gd name="connsiteY5" fmla="*/ 200069 h 335964"/>
              <a:gd name="connsiteX6" fmla="*/ 9683261 w 9683261"/>
              <a:gd name="connsiteY6" fmla="*/ 212909 h 335964"/>
              <a:gd name="connsiteX7" fmla="*/ 9669650 w 9683261"/>
              <a:gd name="connsiteY7" fmla="*/ 225749 h 335964"/>
              <a:gd name="connsiteX8" fmla="*/ 9656038 w 9683261"/>
              <a:gd name="connsiteY8" fmla="*/ 212909 h 335964"/>
              <a:gd name="connsiteX9" fmla="*/ 9669650 w 9683261"/>
              <a:gd name="connsiteY9" fmla="*/ 200069 h 335964"/>
              <a:gd name="connsiteX10" fmla="*/ 9609373 w 9683261"/>
              <a:gd name="connsiteY10" fmla="*/ 143445 h 335964"/>
              <a:gd name="connsiteX11" fmla="*/ 9632706 w 9683261"/>
              <a:gd name="connsiteY11" fmla="*/ 166987 h 335964"/>
              <a:gd name="connsiteX12" fmla="*/ 9609373 w 9683261"/>
              <a:gd name="connsiteY12" fmla="*/ 190527 h 335964"/>
              <a:gd name="connsiteX13" fmla="*/ 9586041 w 9683261"/>
              <a:gd name="connsiteY13" fmla="*/ 166987 h 335964"/>
              <a:gd name="connsiteX14" fmla="*/ 9609373 w 9683261"/>
              <a:gd name="connsiteY14" fmla="*/ 143445 h 335964"/>
              <a:gd name="connsiteX15" fmla="*/ 9669650 w 9683261"/>
              <a:gd name="connsiteY15" fmla="*/ 101921 h 335964"/>
              <a:gd name="connsiteX16" fmla="*/ 9683261 w 9683261"/>
              <a:gd name="connsiteY16" fmla="*/ 114762 h 335964"/>
              <a:gd name="connsiteX17" fmla="*/ 9669650 w 9683261"/>
              <a:gd name="connsiteY17" fmla="*/ 127602 h 335964"/>
              <a:gd name="connsiteX18" fmla="*/ 9656038 w 9683261"/>
              <a:gd name="connsiteY18" fmla="*/ 114762 h 335964"/>
              <a:gd name="connsiteX19" fmla="*/ 9669650 w 9683261"/>
              <a:gd name="connsiteY19" fmla="*/ 101921 h 335964"/>
              <a:gd name="connsiteX20" fmla="*/ 9609373 w 9683261"/>
              <a:gd name="connsiteY20" fmla="*/ 50961 h 335964"/>
              <a:gd name="connsiteX21" fmla="*/ 9632706 w 9683261"/>
              <a:gd name="connsiteY21" fmla="*/ 74501 h 335964"/>
              <a:gd name="connsiteX22" fmla="*/ 9609373 w 9683261"/>
              <a:gd name="connsiteY22" fmla="*/ 98043 h 335964"/>
              <a:gd name="connsiteX23" fmla="*/ 9586041 w 9683261"/>
              <a:gd name="connsiteY23" fmla="*/ 74501 h 335964"/>
              <a:gd name="connsiteX24" fmla="*/ 9609373 w 9683261"/>
              <a:gd name="connsiteY24" fmla="*/ 50961 h 335964"/>
              <a:gd name="connsiteX25" fmla="*/ 0 w 9683261"/>
              <a:gd name="connsiteY25" fmla="*/ 0 h 335964"/>
              <a:gd name="connsiteX26" fmla="*/ 739665 w 9683261"/>
              <a:gd name="connsiteY26" fmla="*/ 0 h 335964"/>
              <a:gd name="connsiteX27" fmla="*/ 9540864 w 9683261"/>
              <a:gd name="connsiteY27" fmla="*/ 0 h 335964"/>
              <a:gd name="connsiteX28" fmla="*/ 9568541 w 9683261"/>
              <a:gd name="connsiteY28" fmla="*/ 27997 h 335964"/>
              <a:gd name="connsiteX29" fmla="*/ 9540864 w 9683261"/>
              <a:gd name="connsiteY29" fmla="*/ 55995 h 335964"/>
              <a:gd name="connsiteX30" fmla="*/ 9522411 w 9683261"/>
              <a:gd name="connsiteY30" fmla="*/ 74659 h 335964"/>
              <a:gd name="connsiteX31" fmla="*/ 9540864 w 9683261"/>
              <a:gd name="connsiteY31" fmla="*/ 97990 h 335964"/>
              <a:gd name="connsiteX32" fmla="*/ 9568541 w 9683261"/>
              <a:gd name="connsiteY32" fmla="*/ 121320 h 335964"/>
              <a:gd name="connsiteX33" fmla="*/ 9545478 w 9683261"/>
              <a:gd name="connsiteY33" fmla="*/ 149317 h 335964"/>
              <a:gd name="connsiteX34" fmla="*/ 9540864 w 9683261"/>
              <a:gd name="connsiteY34" fmla="*/ 149317 h 335964"/>
              <a:gd name="connsiteX35" fmla="*/ 9522411 w 9683261"/>
              <a:gd name="connsiteY35" fmla="*/ 167982 h 335964"/>
              <a:gd name="connsiteX36" fmla="*/ 9540864 w 9683261"/>
              <a:gd name="connsiteY36" fmla="*/ 191313 h 335964"/>
              <a:gd name="connsiteX37" fmla="*/ 9568541 w 9683261"/>
              <a:gd name="connsiteY37" fmla="*/ 214644 h 335964"/>
              <a:gd name="connsiteX38" fmla="*/ 9540864 w 9683261"/>
              <a:gd name="connsiteY38" fmla="*/ 242641 h 335964"/>
              <a:gd name="connsiteX39" fmla="*/ 9522411 w 9683261"/>
              <a:gd name="connsiteY39" fmla="*/ 265971 h 335964"/>
              <a:gd name="connsiteX40" fmla="*/ 9540864 w 9683261"/>
              <a:gd name="connsiteY40" fmla="*/ 284636 h 335964"/>
              <a:gd name="connsiteX41" fmla="*/ 9568541 w 9683261"/>
              <a:gd name="connsiteY41" fmla="*/ 312633 h 335964"/>
              <a:gd name="connsiteX42" fmla="*/ 9540864 w 9683261"/>
              <a:gd name="connsiteY42" fmla="*/ 335964 h 335964"/>
              <a:gd name="connsiteX43" fmla="*/ 845227 w 9683261"/>
              <a:gd name="connsiteY43" fmla="*/ 335964 h 335964"/>
              <a:gd name="connsiteX44" fmla="*/ 0 w 9683261"/>
              <a:gd name="connsiteY44" fmla="*/ 335964 h 3359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Lst>
            <a:rect l="l" t="t" r="r" b="b"/>
            <a:pathLst>
              <a:path w="9683261" h="335964">
                <a:moveTo>
                  <a:pt x="9609373" y="237817"/>
                </a:moveTo>
                <a:cubicBezTo>
                  <a:pt x="9622259" y="237817"/>
                  <a:pt x="9632706" y="248357"/>
                  <a:pt x="9632706" y="261358"/>
                </a:cubicBezTo>
                <a:cubicBezTo>
                  <a:pt x="9632706" y="274359"/>
                  <a:pt x="9622259" y="284899"/>
                  <a:pt x="9609373" y="284899"/>
                </a:cubicBezTo>
                <a:cubicBezTo>
                  <a:pt x="9596486" y="284899"/>
                  <a:pt x="9586041" y="274359"/>
                  <a:pt x="9586041" y="261358"/>
                </a:cubicBezTo>
                <a:cubicBezTo>
                  <a:pt x="9586041" y="248357"/>
                  <a:pt x="9596486" y="237817"/>
                  <a:pt x="9609373" y="237817"/>
                </a:cubicBezTo>
                <a:close/>
                <a:moveTo>
                  <a:pt x="9669650" y="200069"/>
                </a:moveTo>
                <a:cubicBezTo>
                  <a:pt x="9677168" y="200069"/>
                  <a:pt x="9683261" y="205817"/>
                  <a:pt x="9683261" y="212909"/>
                </a:cubicBezTo>
                <a:cubicBezTo>
                  <a:pt x="9683261" y="220001"/>
                  <a:pt x="9677168" y="225749"/>
                  <a:pt x="9669650" y="225749"/>
                </a:cubicBezTo>
                <a:cubicBezTo>
                  <a:pt x="9662132" y="225749"/>
                  <a:pt x="9656038" y="220001"/>
                  <a:pt x="9656038" y="212909"/>
                </a:cubicBezTo>
                <a:cubicBezTo>
                  <a:pt x="9656038" y="205817"/>
                  <a:pt x="9662132" y="200069"/>
                  <a:pt x="9669650" y="200069"/>
                </a:cubicBezTo>
                <a:close/>
                <a:moveTo>
                  <a:pt x="9609373" y="143445"/>
                </a:moveTo>
                <a:cubicBezTo>
                  <a:pt x="9622259" y="143445"/>
                  <a:pt x="9632706" y="153985"/>
                  <a:pt x="9632706" y="166987"/>
                </a:cubicBezTo>
                <a:cubicBezTo>
                  <a:pt x="9632706" y="179987"/>
                  <a:pt x="9622259" y="190527"/>
                  <a:pt x="9609373" y="190527"/>
                </a:cubicBezTo>
                <a:cubicBezTo>
                  <a:pt x="9596486" y="190527"/>
                  <a:pt x="9586041" y="179987"/>
                  <a:pt x="9586041" y="166987"/>
                </a:cubicBezTo>
                <a:cubicBezTo>
                  <a:pt x="9586041" y="153985"/>
                  <a:pt x="9596486" y="143445"/>
                  <a:pt x="9609373" y="143445"/>
                </a:cubicBezTo>
                <a:close/>
                <a:moveTo>
                  <a:pt x="9669650" y="101921"/>
                </a:moveTo>
                <a:cubicBezTo>
                  <a:pt x="9677168" y="101921"/>
                  <a:pt x="9683261" y="107670"/>
                  <a:pt x="9683261" y="114762"/>
                </a:cubicBezTo>
                <a:cubicBezTo>
                  <a:pt x="9683261" y="121855"/>
                  <a:pt x="9677168" y="127602"/>
                  <a:pt x="9669650" y="127602"/>
                </a:cubicBezTo>
                <a:cubicBezTo>
                  <a:pt x="9662132" y="127602"/>
                  <a:pt x="9656038" y="121855"/>
                  <a:pt x="9656038" y="114762"/>
                </a:cubicBezTo>
                <a:cubicBezTo>
                  <a:pt x="9656038" y="107670"/>
                  <a:pt x="9662132" y="101921"/>
                  <a:pt x="9669650" y="101921"/>
                </a:cubicBezTo>
                <a:close/>
                <a:moveTo>
                  <a:pt x="9609373" y="50961"/>
                </a:moveTo>
                <a:cubicBezTo>
                  <a:pt x="9622259" y="50961"/>
                  <a:pt x="9632706" y="61501"/>
                  <a:pt x="9632706" y="74501"/>
                </a:cubicBezTo>
                <a:cubicBezTo>
                  <a:pt x="9632706" y="87503"/>
                  <a:pt x="9622259" y="98043"/>
                  <a:pt x="9609373" y="98043"/>
                </a:cubicBezTo>
                <a:cubicBezTo>
                  <a:pt x="9596486" y="98043"/>
                  <a:pt x="9586041" y="87503"/>
                  <a:pt x="9586041" y="74501"/>
                </a:cubicBezTo>
                <a:cubicBezTo>
                  <a:pt x="9586041" y="61501"/>
                  <a:pt x="9596486" y="50961"/>
                  <a:pt x="9609373" y="50961"/>
                </a:cubicBezTo>
                <a:close/>
                <a:moveTo>
                  <a:pt x="0" y="0"/>
                </a:moveTo>
                <a:lnTo>
                  <a:pt x="739665" y="0"/>
                </a:lnTo>
                <a:cubicBezTo>
                  <a:pt x="2800514" y="0"/>
                  <a:pt x="5636951" y="0"/>
                  <a:pt x="9540864" y="0"/>
                </a:cubicBezTo>
                <a:cubicBezTo>
                  <a:pt x="9559315" y="0"/>
                  <a:pt x="9568541" y="13999"/>
                  <a:pt x="9568541" y="27997"/>
                </a:cubicBezTo>
                <a:cubicBezTo>
                  <a:pt x="9568541" y="41996"/>
                  <a:pt x="9559315" y="55995"/>
                  <a:pt x="9540864" y="55995"/>
                </a:cubicBezTo>
                <a:cubicBezTo>
                  <a:pt x="9531638" y="55995"/>
                  <a:pt x="9522411" y="65327"/>
                  <a:pt x="9522411" y="74659"/>
                </a:cubicBezTo>
                <a:cubicBezTo>
                  <a:pt x="9522411" y="83992"/>
                  <a:pt x="9531638" y="93323"/>
                  <a:pt x="9540864" y="97990"/>
                </a:cubicBezTo>
                <a:cubicBezTo>
                  <a:pt x="9559315" y="97990"/>
                  <a:pt x="9568541" y="107321"/>
                  <a:pt x="9568541" y="121320"/>
                </a:cubicBezTo>
                <a:cubicBezTo>
                  <a:pt x="9568541" y="135319"/>
                  <a:pt x="9559315" y="149317"/>
                  <a:pt x="9545478" y="149317"/>
                </a:cubicBezTo>
                <a:cubicBezTo>
                  <a:pt x="9545478" y="149317"/>
                  <a:pt x="9545478" y="149317"/>
                  <a:pt x="9540864" y="149317"/>
                </a:cubicBezTo>
                <a:cubicBezTo>
                  <a:pt x="9531638" y="149317"/>
                  <a:pt x="9522411" y="158650"/>
                  <a:pt x="9522411" y="167982"/>
                </a:cubicBezTo>
                <a:cubicBezTo>
                  <a:pt x="9522411" y="181981"/>
                  <a:pt x="9531638" y="191313"/>
                  <a:pt x="9540864" y="191313"/>
                </a:cubicBezTo>
                <a:cubicBezTo>
                  <a:pt x="9559315" y="191313"/>
                  <a:pt x="9568541" y="200645"/>
                  <a:pt x="9568541" y="214644"/>
                </a:cubicBezTo>
                <a:cubicBezTo>
                  <a:pt x="9568541" y="233309"/>
                  <a:pt x="9559315" y="242641"/>
                  <a:pt x="9540864" y="242641"/>
                </a:cubicBezTo>
                <a:cubicBezTo>
                  <a:pt x="9531638" y="242641"/>
                  <a:pt x="9522411" y="251972"/>
                  <a:pt x="9522411" y="265971"/>
                </a:cubicBezTo>
                <a:cubicBezTo>
                  <a:pt x="9522411" y="275305"/>
                  <a:pt x="9531638" y="284636"/>
                  <a:pt x="9540864" y="284636"/>
                </a:cubicBezTo>
                <a:cubicBezTo>
                  <a:pt x="9559315" y="284636"/>
                  <a:pt x="9568541" y="298634"/>
                  <a:pt x="9568541" y="312633"/>
                </a:cubicBezTo>
                <a:cubicBezTo>
                  <a:pt x="9568541" y="326632"/>
                  <a:pt x="9559315" y="335964"/>
                  <a:pt x="9540864" y="335964"/>
                </a:cubicBezTo>
                <a:cubicBezTo>
                  <a:pt x="9540864" y="335964"/>
                  <a:pt x="9540864" y="335964"/>
                  <a:pt x="845227" y="335964"/>
                </a:cubicBezTo>
                <a:lnTo>
                  <a:pt x="0" y="335964"/>
                </a:lnTo>
                <a:close/>
              </a:path>
            </a:pathLst>
          </a:custGeom>
          <a:solidFill>
            <a:schemeClr val="tx2"/>
          </a:solidFill>
          <a:ln w="3175">
            <a:noFill/>
          </a:ln>
        </p:spPr>
        <p:txBody>
          <a:bodyPr wrap="square" lIns="630000" tIns="0" rIns="360000" bIns="0" anchor="ctr">
            <a:noAutofit/>
          </a:bodyPr>
          <a:lstStyle>
            <a:lvl1pPr marL="0" indent="0">
              <a:lnSpc>
                <a:spcPct val="100000"/>
              </a:lnSpc>
              <a:buNone/>
              <a:defRPr sz="1500" b="1" cap="all" baseline="0">
                <a:solidFill>
                  <a:schemeClr val="bg1"/>
                </a:solidFill>
                <a:latin typeface="+mn-lt"/>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noProof="0"/>
              <a:t>Click to edit master text styles</a:t>
            </a:r>
          </a:p>
        </p:txBody>
      </p:sp>
      <p:sp>
        <p:nvSpPr>
          <p:cNvPr id="4" name="Espace réservé de la date 3">
            <a:extLst>
              <a:ext uri="{FF2B5EF4-FFF2-40B4-BE49-F238E27FC236}">
                <a16:creationId xmlns:a16="http://schemas.microsoft.com/office/drawing/2014/main" id="{0023D345-337F-488B-8D03-DF3DDDA5DDF5}"/>
              </a:ext>
            </a:extLst>
          </p:cNvPr>
          <p:cNvSpPr>
            <a:spLocks noGrp="1"/>
          </p:cNvSpPr>
          <p:nvPr>
            <p:ph type="dt" sz="half" idx="15"/>
          </p:nvPr>
        </p:nvSpPr>
        <p:spPr/>
        <p:txBody>
          <a:bodyPr/>
          <a:lstStyle/>
          <a:p>
            <a:r>
              <a:rPr lang="en-US" noProof="0"/>
              <a:t>YYYY/MM/DD</a:t>
            </a:r>
            <a:endParaRPr lang="en-US" b="0" noProof="0"/>
          </a:p>
        </p:txBody>
      </p:sp>
      <p:sp>
        <p:nvSpPr>
          <p:cNvPr id="7" name="Espace réservé du pied de page 6">
            <a:extLst>
              <a:ext uri="{FF2B5EF4-FFF2-40B4-BE49-F238E27FC236}">
                <a16:creationId xmlns:a16="http://schemas.microsoft.com/office/drawing/2014/main" id="{509EADAA-0C96-4D73-B394-C1A53CEA1029}"/>
              </a:ext>
            </a:extLst>
          </p:cNvPr>
          <p:cNvSpPr>
            <a:spLocks noGrp="1"/>
          </p:cNvSpPr>
          <p:nvPr>
            <p:ph type="ftr" sz="quarter" idx="16"/>
          </p:nvPr>
        </p:nvSpPr>
        <p:spPr/>
        <p:txBody>
          <a:bodyPr/>
          <a:lstStyle/>
          <a:p>
            <a:r>
              <a:rPr lang="en-US" noProof="0"/>
              <a:t>Communication Department</a:t>
            </a:r>
            <a:endParaRPr lang="en-US" b="0" noProof="0"/>
          </a:p>
        </p:txBody>
      </p:sp>
      <p:sp>
        <p:nvSpPr>
          <p:cNvPr id="8" name="Espace réservé du numéro de diapositive 7">
            <a:extLst>
              <a:ext uri="{FF2B5EF4-FFF2-40B4-BE49-F238E27FC236}">
                <a16:creationId xmlns:a16="http://schemas.microsoft.com/office/drawing/2014/main" id="{257223AC-9555-4A04-BCAD-D73603C5E654}"/>
              </a:ext>
            </a:extLst>
          </p:cNvPr>
          <p:cNvSpPr>
            <a:spLocks noGrp="1"/>
          </p:cNvSpPr>
          <p:nvPr>
            <p:ph type="sldNum" sz="quarter" idx="17"/>
          </p:nvPr>
        </p:nvSpPr>
        <p:spPr/>
        <p:txBody>
          <a:bodyPr/>
          <a:lstStyle/>
          <a:p>
            <a:fld id="{975A587B-5814-4D9B-9598-FE9CB954CB01}" type="slidenum">
              <a:rPr lang="en-US" noProof="0" smtClean="0"/>
              <a:pPr/>
              <a:t>‹#›</a:t>
            </a:fld>
            <a:endParaRPr lang="en-US" b="0" noProof="0"/>
          </a:p>
        </p:txBody>
      </p:sp>
      <p:sp>
        <p:nvSpPr>
          <p:cNvPr id="11" name="Espace réservé du texte 10">
            <a:extLst>
              <a:ext uri="{FF2B5EF4-FFF2-40B4-BE49-F238E27FC236}">
                <a16:creationId xmlns:a16="http://schemas.microsoft.com/office/drawing/2014/main" id="{8C7A5F77-9A92-46CF-AF0E-296CA94F051F}"/>
              </a:ext>
            </a:extLst>
          </p:cNvPr>
          <p:cNvSpPr>
            <a:spLocks noGrp="1"/>
          </p:cNvSpPr>
          <p:nvPr>
            <p:ph type="body" sz="quarter" idx="13" hasCustomPrompt="1"/>
          </p:nvPr>
        </p:nvSpPr>
        <p:spPr>
          <a:xfrm>
            <a:off x="536400" y="1337159"/>
            <a:ext cx="7127143" cy="1296000"/>
          </a:xfrm>
        </p:spPr>
        <p:txBody>
          <a:bodyPr/>
          <a:lstStyle>
            <a:lvl1pPr>
              <a:defRPr sz="2400"/>
            </a:lvl1pPr>
            <a:lvl2pPr>
              <a:buNone/>
              <a:defRPr sz="2400"/>
            </a:lvl2pPr>
            <a:lvl3pPr>
              <a:defRPr sz="1800"/>
            </a:lvl3pPr>
            <a:lvl4pPr>
              <a:defRPr sz="1600"/>
            </a:lvl4pPr>
            <a:lvl5pPr>
              <a:defRPr sz="1600"/>
            </a:lvl5pPr>
          </a:lstStyle>
          <a:p>
            <a:pPr lvl="0"/>
            <a:r>
              <a:rPr lang="en-US" noProof="0"/>
              <a:t>Click to edit master text styles</a:t>
            </a:r>
          </a:p>
        </p:txBody>
      </p:sp>
      <p:sp>
        <p:nvSpPr>
          <p:cNvPr id="22" name="Espace réservé du texte 10">
            <a:extLst>
              <a:ext uri="{FF2B5EF4-FFF2-40B4-BE49-F238E27FC236}">
                <a16:creationId xmlns:a16="http://schemas.microsoft.com/office/drawing/2014/main" id="{66ED2081-D062-47AE-9D57-77E330A954EF}"/>
              </a:ext>
            </a:extLst>
          </p:cNvPr>
          <p:cNvSpPr>
            <a:spLocks noGrp="1"/>
          </p:cNvSpPr>
          <p:nvPr>
            <p:ph type="body" sz="quarter" idx="18" hasCustomPrompt="1"/>
          </p:nvPr>
        </p:nvSpPr>
        <p:spPr>
          <a:xfrm>
            <a:off x="536400" y="2690848"/>
            <a:ext cx="3528000" cy="3383381"/>
          </a:xfrm>
        </p:spPr>
        <p:txBody>
          <a:bodyPr/>
          <a:lstStyle>
            <a:lvl1pPr>
              <a:defRPr sz="1900"/>
            </a:lvl1pPr>
            <a:lvl2pPr>
              <a:defRPr sz="1900"/>
            </a:lvl2pPr>
            <a:lvl3pPr>
              <a:defRPr sz="1500"/>
            </a:lvl3pPr>
            <a:lvl4pPr>
              <a:defRPr sz="1300"/>
            </a:lvl4pPr>
            <a:lvl5pPr>
              <a:defRPr sz="1300"/>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23" name="Espace réservé du texte 10">
            <a:extLst>
              <a:ext uri="{FF2B5EF4-FFF2-40B4-BE49-F238E27FC236}">
                <a16:creationId xmlns:a16="http://schemas.microsoft.com/office/drawing/2014/main" id="{A24175A2-B90D-4CD9-8997-CD3D3F99148E}"/>
              </a:ext>
            </a:extLst>
          </p:cNvPr>
          <p:cNvSpPr>
            <a:spLocks noGrp="1"/>
          </p:cNvSpPr>
          <p:nvPr>
            <p:ph type="body" sz="quarter" idx="19" hasCustomPrompt="1"/>
          </p:nvPr>
        </p:nvSpPr>
        <p:spPr>
          <a:xfrm>
            <a:off x="4135543" y="2690848"/>
            <a:ext cx="3528000" cy="3383381"/>
          </a:xfrm>
        </p:spPr>
        <p:txBody>
          <a:bodyPr/>
          <a:lstStyle>
            <a:lvl1pPr>
              <a:defRPr sz="1900"/>
            </a:lvl1pPr>
            <a:lvl2pPr>
              <a:defRPr sz="1900"/>
            </a:lvl2pPr>
            <a:lvl3pPr>
              <a:defRPr sz="1500"/>
            </a:lvl3pPr>
            <a:lvl4pPr>
              <a:defRPr sz="1300"/>
            </a:lvl4pPr>
            <a:lvl5pPr>
              <a:defRPr sz="1300"/>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24" name="Espace réservé du texte 23">
            <a:extLst>
              <a:ext uri="{FF2B5EF4-FFF2-40B4-BE49-F238E27FC236}">
                <a16:creationId xmlns:a16="http://schemas.microsoft.com/office/drawing/2014/main" id="{7EDC22B2-698E-4E5B-A0AD-BAE9A52C79F4}"/>
              </a:ext>
            </a:extLst>
          </p:cNvPr>
          <p:cNvSpPr>
            <a:spLocks noGrp="1"/>
          </p:cNvSpPr>
          <p:nvPr>
            <p:ph type="body" sz="quarter" idx="20" hasCustomPrompt="1"/>
          </p:nvPr>
        </p:nvSpPr>
        <p:spPr>
          <a:xfrm>
            <a:off x="7917908" y="1288067"/>
            <a:ext cx="3656872" cy="4868893"/>
          </a:xfrm>
          <a:custGeom>
            <a:avLst/>
            <a:gdLst>
              <a:gd name="connsiteX0" fmla="*/ 0 w 3656872"/>
              <a:gd name="connsiteY0" fmla="*/ 0 h 4868893"/>
              <a:gd name="connsiteX1" fmla="*/ 3656872 w 3656872"/>
              <a:gd name="connsiteY1" fmla="*/ 0 h 4868893"/>
              <a:gd name="connsiteX2" fmla="*/ 3656872 w 3656872"/>
              <a:gd name="connsiteY2" fmla="*/ 4868893 h 4868893"/>
              <a:gd name="connsiteX3" fmla="*/ 0 w 3656872"/>
              <a:gd name="connsiteY3" fmla="*/ 4868893 h 4868893"/>
            </a:gdLst>
            <a:ahLst/>
            <a:cxnLst>
              <a:cxn ang="0">
                <a:pos x="connsiteX0" y="connsiteY0"/>
              </a:cxn>
              <a:cxn ang="0">
                <a:pos x="connsiteX1" y="connsiteY1"/>
              </a:cxn>
              <a:cxn ang="0">
                <a:pos x="connsiteX2" y="connsiteY2"/>
              </a:cxn>
              <a:cxn ang="0">
                <a:pos x="connsiteX3" y="connsiteY3"/>
              </a:cxn>
            </a:cxnLst>
            <a:rect l="l" t="t" r="r" b="b"/>
            <a:pathLst>
              <a:path w="3656872" h="4868893">
                <a:moveTo>
                  <a:pt x="0" y="0"/>
                </a:moveTo>
                <a:lnTo>
                  <a:pt x="3656872" y="0"/>
                </a:lnTo>
                <a:lnTo>
                  <a:pt x="3656872" y="4868893"/>
                </a:lnTo>
                <a:lnTo>
                  <a:pt x="0" y="4868893"/>
                </a:lnTo>
                <a:close/>
              </a:path>
            </a:pathLst>
          </a:custGeom>
          <a:solidFill>
            <a:schemeClr val="tx2"/>
          </a:solidFill>
        </p:spPr>
        <p:txBody>
          <a:bodyPr wrap="square" lIns="288000" tIns="288000" rIns="288000" bIns="288000">
            <a:noAutofit/>
          </a:bodyPr>
          <a:lstStyle>
            <a:lvl1pPr>
              <a:defRPr sz="1900">
                <a:solidFill>
                  <a:schemeClr val="bg1"/>
                </a:solidFill>
              </a:defRPr>
            </a:lvl1pPr>
            <a:lvl2pPr>
              <a:defRPr sz="1900">
                <a:solidFill>
                  <a:schemeClr val="bg1"/>
                </a:solidFill>
              </a:defRPr>
            </a:lvl2pPr>
            <a:lvl3pPr>
              <a:defRPr sz="1500">
                <a:solidFill>
                  <a:schemeClr val="bg1"/>
                </a:solidFill>
              </a:defRPr>
            </a:lvl3pPr>
            <a:lvl4pPr>
              <a:defRPr sz="1300">
                <a:solidFill>
                  <a:schemeClr val="bg1"/>
                </a:solidFill>
              </a:defRPr>
            </a:lvl4pPr>
            <a:lvl5pPr>
              <a:defRPr sz="1300">
                <a:solidFill>
                  <a:schemeClr val="bg1"/>
                </a:solidFill>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Tree>
    <p:extLst>
      <p:ext uri="{BB962C8B-B14F-4D97-AF65-F5344CB8AC3E}">
        <p14:creationId xmlns:p14="http://schemas.microsoft.com/office/powerpoint/2010/main" val="2303445247"/>
      </p:ext>
    </p:extLst>
  </p:cSld>
  <p:clrMapOvr>
    <a:masterClrMapping/>
  </p:clrMapOvr>
  <p:extLst>
    <p:ext uri="{DCECCB84-F9BA-43D5-87BE-67443E8EF086}">
      <p15:sldGuideLst xmlns:p15="http://schemas.microsoft.com/office/powerpoint/2012/main">
        <p15:guide id="2" pos="3840" userDrawn="1">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preserve="1" userDrawn="1">
  <p:cSld name="Contact">
    <p:bg>
      <p:bgPr>
        <a:blipFill>
          <a:blip r:embed="rId2"/>
          <a:stretch>
            <a:fillRect/>
          </a:stretch>
        </a:blipFill>
        <a:effectLst/>
      </p:bgPr>
    </p:bg>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0AE01D72-D317-48EB-8946-13EE8EFCE25B}"/>
              </a:ext>
            </a:extLst>
          </p:cNvPr>
          <p:cNvSpPr>
            <a:spLocks noGrp="1"/>
          </p:cNvSpPr>
          <p:nvPr>
            <p:ph type="title" hasCustomPrompt="1"/>
          </p:nvPr>
        </p:nvSpPr>
        <p:spPr>
          <a:xfrm>
            <a:off x="1172822" y="3162277"/>
            <a:ext cx="4320000" cy="1800000"/>
          </a:xfrm>
        </p:spPr>
        <p:txBody>
          <a:bodyPr anchor="b"/>
          <a:lstStyle>
            <a:lvl1pPr>
              <a:defRPr sz="3400" b="0">
                <a:solidFill>
                  <a:schemeClr val="bg1"/>
                </a:solidFill>
                <a:latin typeface="+mj-lt"/>
              </a:defRPr>
            </a:lvl1pPr>
          </a:lstStyle>
          <a:p>
            <a:r>
              <a:rPr lang="en-US" noProof="0"/>
              <a:t>Click to edit Master title style</a:t>
            </a:r>
          </a:p>
        </p:txBody>
      </p:sp>
      <p:sp>
        <p:nvSpPr>
          <p:cNvPr id="9" name="Espace réservé du texte 10">
            <a:extLst>
              <a:ext uri="{FF2B5EF4-FFF2-40B4-BE49-F238E27FC236}">
                <a16:creationId xmlns:a16="http://schemas.microsoft.com/office/drawing/2014/main" id="{121B9EDF-81A4-4116-AE20-E6C846380D2A}"/>
              </a:ext>
            </a:extLst>
          </p:cNvPr>
          <p:cNvSpPr>
            <a:spLocks noGrp="1"/>
          </p:cNvSpPr>
          <p:nvPr>
            <p:ph type="body" sz="quarter" idx="13" hasCustomPrompt="1"/>
          </p:nvPr>
        </p:nvSpPr>
        <p:spPr>
          <a:xfrm>
            <a:off x="1172822" y="5028859"/>
            <a:ext cx="4320000" cy="1296000"/>
          </a:xfrm>
        </p:spPr>
        <p:txBody>
          <a:bodyPr/>
          <a:lstStyle>
            <a:lvl1pPr>
              <a:defRPr sz="1000">
                <a:solidFill>
                  <a:schemeClr val="bg1"/>
                </a:solidFill>
              </a:defRPr>
            </a:lvl1pPr>
            <a:lvl2pPr marL="0" indent="0">
              <a:spcBef>
                <a:spcPts val="0"/>
              </a:spcBef>
              <a:buNone/>
              <a:defRPr sz="1000">
                <a:solidFill>
                  <a:schemeClr val="bg1"/>
                </a:solidFill>
              </a:defRPr>
            </a:lvl2pPr>
            <a:lvl3pPr>
              <a:defRPr sz="1000">
                <a:solidFill>
                  <a:schemeClr val="bg1"/>
                </a:solidFill>
              </a:defRPr>
            </a:lvl3pPr>
            <a:lvl4pPr>
              <a:defRPr sz="1000">
                <a:solidFill>
                  <a:schemeClr val="bg1"/>
                </a:solidFill>
              </a:defRPr>
            </a:lvl4pPr>
            <a:lvl5pPr>
              <a:defRPr sz="1000">
                <a:solidFill>
                  <a:schemeClr val="bg1"/>
                </a:solidFill>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Tree>
    <p:extLst>
      <p:ext uri="{BB962C8B-B14F-4D97-AF65-F5344CB8AC3E}">
        <p14:creationId xmlns:p14="http://schemas.microsoft.com/office/powerpoint/2010/main" val="2719608115"/>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image" Target="../media/image1.jpeg"/><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2.xml"/><Relationship Id="rId13" Type="http://schemas.openxmlformats.org/officeDocument/2006/relationships/slideLayout" Target="../slideLayouts/slideLayout17.xml"/><Relationship Id="rId3" Type="http://schemas.openxmlformats.org/officeDocument/2006/relationships/slideLayout" Target="../slideLayouts/slideLayout7.xml"/><Relationship Id="rId7" Type="http://schemas.openxmlformats.org/officeDocument/2006/relationships/slideLayout" Target="../slideLayouts/slideLayout11.xml"/><Relationship Id="rId12" Type="http://schemas.openxmlformats.org/officeDocument/2006/relationships/slideLayout" Target="../slideLayouts/slideLayout16.xml"/><Relationship Id="rId2" Type="http://schemas.openxmlformats.org/officeDocument/2006/relationships/slideLayout" Target="../slideLayouts/slideLayout6.xml"/><Relationship Id="rId16" Type="http://schemas.openxmlformats.org/officeDocument/2006/relationships/image" Target="../media/image4.jpeg"/><Relationship Id="rId1" Type="http://schemas.openxmlformats.org/officeDocument/2006/relationships/slideLayout" Target="../slideLayouts/slideLayout5.xml"/><Relationship Id="rId6" Type="http://schemas.openxmlformats.org/officeDocument/2006/relationships/slideLayout" Target="../slideLayouts/slideLayout10.xml"/><Relationship Id="rId11" Type="http://schemas.openxmlformats.org/officeDocument/2006/relationships/slideLayout" Target="../slideLayouts/slideLayout15.xml"/><Relationship Id="rId5" Type="http://schemas.openxmlformats.org/officeDocument/2006/relationships/slideLayout" Target="../slideLayouts/slideLayout9.xml"/><Relationship Id="rId15" Type="http://schemas.openxmlformats.org/officeDocument/2006/relationships/theme" Target="../theme/theme2.xml"/><Relationship Id="rId10" Type="http://schemas.openxmlformats.org/officeDocument/2006/relationships/slideLayout" Target="../slideLayouts/slideLayout14.xml"/><Relationship Id="rId4" Type="http://schemas.openxmlformats.org/officeDocument/2006/relationships/slideLayout" Target="../slideLayouts/slideLayout8.xml"/><Relationship Id="rId9" Type="http://schemas.openxmlformats.org/officeDocument/2006/relationships/slideLayout" Target="../slideLayouts/slideLayout13.xml"/><Relationship Id="rId14" Type="http://schemas.openxmlformats.org/officeDocument/2006/relationships/slideLayout" Target="../slideLayouts/slideLayout18.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blipFill dpi="0" rotWithShape="1">
          <a:blip r:embed="rId6">
            <a:lum/>
          </a:blip>
          <a:srcRect/>
          <a:stretch>
            <a:fillRect/>
          </a:stretch>
        </a:blipFill>
        <a:effectLst/>
      </p:bgPr>
    </p:bg>
    <p:spTree>
      <p:nvGrpSpPr>
        <p:cNvPr id="1" name=""/>
        <p:cNvGrpSpPr/>
        <p:nvPr/>
      </p:nvGrpSpPr>
      <p:grpSpPr>
        <a:xfrm>
          <a:off x="0" y="0"/>
          <a:ext cx="0" cy="0"/>
          <a:chOff x="0" y="0"/>
          <a:chExt cx="0" cy="0"/>
        </a:xfrm>
      </p:grpSpPr>
      <p:sp>
        <p:nvSpPr>
          <p:cNvPr id="2" name="Espace réservé du titre 1">
            <a:extLst>
              <a:ext uri="{FF2B5EF4-FFF2-40B4-BE49-F238E27FC236}">
                <a16:creationId xmlns:a16="http://schemas.microsoft.com/office/drawing/2014/main" id="{BF798E53-107F-468D-A86A-B9E27C8FBA8B}"/>
              </a:ext>
            </a:extLst>
          </p:cNvPr>
          <p:cNvSpPr>
            <a:spLocks noGrp="1"/>
          </p:cNvSpPr>
          <p:nvPr>
            <p:ph type="title"/>
          </p:nvPr>
        </p:nvSpPr>
        <p:spPr>
          <a:xfrm>
            <a:off x="1154637" y="2066191"/>
            <a:ext cx="10440000" cy="1440000"/>
          </a:xfrm>
          <a:prstGeom prst="rect">
            <a:avLst/>
          </a:prstGeom>
        </p:spPr>
        <p:txBody>
          <a:bodyPr vert="horz" lIns="91440" tIns="45720" rIns="91440" bIns="45720" rtlCol="0" anchor="t">
            <a:noAutofit/>
          </a:bodyPr>
          <a:lstStyle/>
          <a:p>
            <a:r>
              <a:rPr lang="en-US" noProof="0"/>
              <a:t>Click to edit Master title style</a:t>
            </a:r>
          </a:p>
        </p:txBody>
      </p:sp>
      <p:sp>
        <p:nvSpPr>
          <p:cNvPr id="3" name="Espace réservé du texte 2">
            <a:extLst>
              <a:ext uri="{FF2B5EF4-FFF2-40B4-BE49-F238E27FC236}">
                <a16:creationId xmlns:a16="http://schemas.microsoft.com/office/drawing/2014/main" id="{33116353-A2DB-400D-836D-10B770C82C62}"/>
              </a:ext>
            </a:extLst>
          </p:cNvPr>
          <p:cNvSpPr>
            <a:spLocks noGrp="1"/>
          </p:cNvSpPr>
          <p:nvPr>
            <p:ph type="body" idx="1"/>
          </p:nvPr>
        </p:nvSpPr>
        <p:spPr>
          <a:xfrm>
            <a:off x="1154637" y="3042548"/>
            <a:ext cx="10440000" cy="2412102"/>
          </a:xfrm>
          <a:prstGeom prst="rect">
            <a:avLst/>
          </a:prstGeom>
        </p:spPr>
        <p:txBody>
          <a:bodyPr vert="horz" lIns="91440" tIns="45720" rIns="91440" bIns="45720" rtlCol="0">
            <a:noAutofit/>
          </a:body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4" name="Espace réservé de la date 3">
            <a:extLst>
              <a:ext uri="{FF2B5EF4-FFF2-40B4-BE49-F238E27FC236}">
                <a16:creationId xmlns:a16="http://schemas.microsoft.com/office/drawing/2014/main" id="{FDD59078-F0EA-4B2B-B92A-CB1D0AA4F88E}"/>
              </a:ext>
            </a:extLst>
          </p:cNvPr>
          <p:cNvSpPr>
            <a:spLocks noGrp="1"/>
          </p:cNvSpPr>
          <p:nvPr>
            <p:ph type="dt" sz="half" idx="2"/>
          </p:nvPr>
        </p:nvSpPr>
        <p:spPr>
          <a:xfrm>
            <a:off x="4776000" y="6562800"/>
            <a:ext cx="2640000" cy="216000"/>
          </a:xfrm>
          <a:prstGeom prst="rect">
            <a:avLst/>
          </a:prstGeom>
        </p:spPr>
        <p:txBody>
          <a:bodyPr vert="horz" lIns="91440" tIns="45720" rIns="91440" bIns="45720" rtlCol="0" anchor="ctr">
            <a:noAutofit/>
          </a:bodyPr>
          <a:lstStyle>
            <a:lvl1pPr algn="ctr">
              <a:defRPr sz="1000" b="1" cap="all" baseline="0">
                <a:solidFill>
                  <a:schemeClr val="bg1"/>
                </a:solidFill>
              </a:defRPr>
            </a:lvl1pPr>
          </a:lstStyle>
          <a:p>
            <a:r>
              <a:rPr lang="en-US" noProof="0"/>
              <a:t>YYYY/MM/DD</a:t>
            </a:r>
          </a:p>
        </p:txBody>
      </p:sp>
      <p:sp>
        <p:nvSpPr>
          <p:cNvPr id="5" name="Espace réservé du pied de page 4">
            <a:extLst>
              <a:ext uri="{FF2B5EF4-FFF2-40B4-BE49-F238E27FC236}">
                <a16:creationId xmlns:a16="http://schemas.microsoft.com/office/drawing/2014/main" id="{16B74129-F7BE-4703-924F-ACEA71B2544C}"/>
              </a:ext>
            </a:extLst>
          </p:cNvPr>
          <p:cNvSpPr>
            <a:spLocks noGrp="1"/>
          </p:cNvSpPr>
          <p:nvPr>
            <p:ph type="ftr" sz="quarter" idx="3"/>
          </p:nvPr>
        </p:nvSpPr>
        <p:spPr>
          <a:xfrm>
            <a:off x="101601" y="6562800"/>
            <a:ext cx="4080000" cy="216000"/>
          </a:xfrm>
          <a:prstGeom prst="rect">
            <a:avLst/>
          </a:prstGeom>
        </p:spPr>
        <p:txBody>
          <a:bodyPr vert="horz" lIns="91440" tIns="45720" rIns="91440" bIns="45720" rtlCol="0" anchor="ctr">
            <a:noAutofit/>
          </a:bodyPr>
          <a:lstStyle>
            <a:lvl1pPr algn="l">
              <a:defRPr sz="800">
                <a:solidFill>
                  <a:schemeClr val="bg1"/>
                </a:solidFill>
              </a:defRPr>
            </a:lvl1pPr>
          </a:lstStyle>
          <a:p>
            <a:r>
              <a:rPr lang="en-US" noProof="0"/>
              <a:t>Communication Department</a:t>
            </a:r>
          </a:p>
        </p:txBody>
      </p:sp>
      <p:sp>
        <p:nvSpPr>
          <p:cNvPr id="6" name="Espace réservé du numéro de diapositive 5">
            <a:extLst>
              <a:ext uri="{FF2B5EF4-FFF2-40B4-BE49-F238E27FC236}">
                <a16:creationId xmlns:a16="http://schemas.microsoft.com/office/drawing/2014/main" id="{2A1B493F-9EAA-4161-9132-F480E263F13A}"/>
              </a:ext>
            </a:extLst>
          </p:cNvPr>
          <p:cNvSpPr>
            <a:spLocks noGrp="1"/>
          </p:cNvSpPr>
          <p:nvPr>
            <p:ph type="sldNum" sz="quarter" idx="4"/>
          </p:nvPr>
        </p:nvSpPr>
        <p:spPr>
          <a:xfrm>
            <a:off x="11370399" y="6562800"/>
            <a:ext cx="720000" cy="216000"/>
          </a:xfrm>
          <a:prstGeom prst="rect">
            <a:avLst/>
          </a:prstGeom>
        </p:spPr>
        <p:txBody>
          <a:bodyPr vert="horz" lIns="91440" tIns="45720" rIns="91440" bIns="45720" rtlCol="0" anchor="ctr">
            <a:noAutofit/>
          </a:bodyPr>
          <a:lstStyle>
            <a:lvl1pPr algn="r">
              <a:defRPr sz="800">
                <a:solidFill>
                  <a:schemeClr val="bg1"/>
                </a:solidFill>
              </a:defRPr>
            </a:lvl1pPr>
          </a:lstStyle>
          <a:p>
            <a:fld id="{975A587B-5814-4D9B-9598-FE9CB954CB01}" type="slidenum">
              <a:rPr lang="en-US" noProof="0" smtClean="0"/>
              <a:pPr/>
              <a:t>‹#›</a:t>
            </a:fld>
            <a:endParaRPr lang="en-US" noProof="0"/>
          </a:p>
        </p:txBody>
      </p:sp>
    </p:spTree>
    <p:extLst>
      <p:ext uri="{BB962C8B-B14F-4D97-AF65-F5344CB8AC3E}">
        <p14:creationId xmlns:p14="http://schemas.microsoft.com/office/powerpoint/2010/main" val="3487417718"/>
      </p:ext>
    </p:extLst>
  </p:cSld>
  <p:clrMap bg1="lt1" tx1="dk1" bg2="lt2" tx2="dk2" accent1="accent1" accent2="accent2" accent3="accent3" accent4="accent4" accent5="accent5" accent6="accent6" hlink="hlink" folHlink="folHlink"/>
  <p:sldLayoutIdLst>
    <p:sldLayoutId id="2147483671" r:id="rId1"/>
    <p:sldLayoutId id="2147483676" r:id="rId2"/>
    <p:sldLayoutId id="2147483674" r:id="rId3"/>
    <p:sldLayoutId id="2147483677" r:id="rId4"/>
  </p:sldLayoutIdLst>
  <p:hf sldNum="0" hdr="0"/>
  <p:txStyles>
    <p:titleStyle>
      <a:lvl1pPr algn="l" defTabSz="685800" rtl="0" eaLnBrk="1" latinLnBrk="0" hangingPunct="1">
        <a:lnSpc>
          <a:spcPct val="95000"/>
        </a:lnSpc>
        <a:spcBef>
          <a:spcPct val="0"/>
        </a:spcBef>
        <a:buNone/>
        <a:defRPr sz="4700" kern="1200" cap="all" baseline="0">
          <a:solidFill>
            <a:schemeClr val="bg1"/>
          </a:solidFill>
          <a:latin typeface="+mj-lt"/>
          <a:ea typeface="+mj-ea"/>
          <a:cs typeface="+mj-cs"/>
        </a:defRPr>
      </a:lvl1pPr>
    </p:titleStyle>
    <p:bodyStyle>
      <a:lvl1pPr marL="0" indent="0" algn="l" defTabSz="685800" rtl="0" eaLnBrk="1" latinLnBrk="0" hangingPunct="1">
        <a:lnSpc>
          <a:spcPct val="105000"/>
        </a:lnSpc>
        <a:spcBef>
          <a:spcPts val="0"/>
        </a:spcBef>
        <a:buFont typeface="+mj-lt"/>
        <a:buNone/>
        <a:defRPr sz="2500" b="0" kern="1200" cap="none" baseline="0">
          <a:solidFill>
            <a:schemeClr val="bg1"/>
          </a:solidFill>
          <a:latin typeface="+mj-lt"/>
          <a:ea typeface="+mn-ea"/>
          <a:cs typeface="+mn-cs"/>
        </a:defRPr>
      </a:lvl1pPr>
      <a:lvl2pPr marL="324000" indent="-324000" algn="l" defTabSz="685800" rtl="0" eaLnBrk="1" latinLnBrk="0" hangingPunct="1">
        <a:lnSpc>
          <a:spcPct val="105000"/>
        </a:lnSpc>
        <a:spcBef>
          <a:spcPts val="0"/>
        </a:spcBef>
        <a:buFont typeface="Arial" panose="020B0604020202020204" pitchFamily="34" charset="0"/>
        <a:buChar char="•"/>
        <a:defRPr sz="2500" kern="1200">
          <a:solidFill>
            <a:schemeClr val="bg1"/>
          </a:solidFill>
          <a:latin typeface="+mj-lt"/>
          <a:ea typeface="+mn-ea"/>
          <a:cs typeface="+mn-cs"/>
        </a:defRPr>
      </a:lvl2pPr>
      <a:lvl3pPr marL="0" indent="0" algn="l" defTabSz="685800" rtl="0" eaLnBrk="1" latinLnBrk="0" hangingPunct="1">
        <a:lnSpc>
          <a:spcPct val="105000"/>
        </a:lnSpc>
        <a:spcBef>
          <a:spcPts val="0"/>
        </a:spcBef>
        <a:buSzPct val="120000"/>
        <a:buFont typeface="Encode Sans" pitchFamily="2" charset="0"/>
        <a:buNone/>
        <a:defRPr sz="1500" b="1" kern="1200">
          <a:solidFill>
            <a:schemeClr val="bg1"/>
          </a:solidFill>
          <a:latin typeface="+mn-lt"/>
          <a:ea typeface="+mn-ea"/>
          <a:cs typeface="+mn-cs"/>
        </a:defRPr>
      </a:lvl3pPr>
      <a:lvl4pPr marL="0" indent="-180000" algn="l" defTabSz="685800" rtl="0" eaLnBrk="1" latinLnBrk="0" hangingPunct="1">
        <a:lnSpc>
          <a:spcPct val="105000"/>
        </a:lnSpc>
        <a:spcBef>
          <a:spcPts val="0"/>
        </a:spcBef>
        <a:buFont typeface="Arial" panose="020B0604020202020204" pitchFamily="34" charset="0"/>
        <a:buChar char="•"/>
        <a:defRPr sz="1500" kern="1200">
          <a:solidFill>
            <a:schemeClr val="bg1"/>
          </a:solidFill>
          <a:latin typeface="+mn-lt"/>
          <a:ea typeface="+mn-ea"/>
          <a:cs typeface="+mn-cs"/>
        </a:defRPr>
      </a:lvl4pPr>
      <a:lvl5pPr marL="0" indent="0" algn="l" defTabSz="685800" rtl="0" eaLnBrk="1" latinLnBrk="0" hangingPunct="1">
        <a:lnSpc>
          <a:spcPct val="105000"/>
        </a:lnSpc>
        <a:spcBef>
          <a:spcPts val="0"/>
        </a:spcBef>
        <a:buFont typeface="Arial" panose="020B0604020202020204" pitchFamily="34" charset="0"/>
        <a:buNone/>
        <a:defRPr sz="1300" kern="1200">
          <a:solidFill>
            <a:schemeClr val="bg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fr-FR"/>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12" name="Image 11">
            <a:extLst>
              <a:ext uri="{FF2B5EF4-FFF2-40B4-BE49-F238E27FC236}">
                <a16:creationId xmlns:a16="http://schemas.microsoft.com/office/drawing/2014/main" id="{2988A7E5-E87A-40C8-853C-5046AFC26B3D}"/>
              </a:ext>
            </a:extLst>
          </p:cNvPr>
          <p:cNvPicPr>
            <a:picLocks noChangeAspect="1"/>
          </p:cNvPicPr>
          <p:nvPr userDrawn="1"/>
        </p:nvPicPr>
        <p:blipFill rotWithShape="1">
          <a:blip r:embed="rId16">
            <a:extLst>
              <a:ext uri="{28A0092B-C50C-407E-A947-70E740481C1C}">
                <a14:useLocalDpi xmlns:a14="http://schemas.microsoft.com/office/drawing/2010/main" val="0"/>
              </a:ext>
            </a:extLst>
          </a:blip>
          <a:srcRect/>
          <a:stretch/>
        </p:blipFill>
        <p:spPr>
          <a:xfrm>
            <a:off x="9822656" y="347664"/>
            <a:ext cx="1890713" cy="550068"/>
          </a:xfrm>
          <a:prstGeom prst="rect">
            <a:avLst/>
          </a:prstGeom>
        </p:spPr>
      </p:pic>
      <p:sp>
        <p:nvSpPr>
          <p:cNvPr id="2" name="Espace réservé du titre 1">
            <a:extLst>
              <a:ext uri="{FF2B5EF4-FFF2-40B4-BE49-F238E27FC236}">
                <a16:creationId xmlns:a16="http://schemas.microsoft.com/office/drawing/2014/main" id="{BF798E53-107F-468D-A86A-B9E27C8FBA8B}"/>
              </a:ext>
            </a:extLst>
          </p:cNvPr>
          <p:cNvSpPr>
            <a:spLocks noGrp="1"/>
          </p:cNvSpPr>
          <p:nvPr>
            <p:ph type="title"/>
          </p:nvPr>
        </p:nvSpPr>
        <p:spPr>
          <a:xfrm>
            <a:off x="545081" y="1535088"/>
            <a:ext cx="10800000" cy="864000"/>
          </a:xfrm>
          <a:prstGeom prst="rect">
            <a:avLst/>
          </a:prstGeom>
        </p:spPr>
        <p:txBody>
          <a:bodyPr vert="horz" lIns="91440" tIns="45720" rIns="91440" bIns="45720" rtlCol="0" anchor="t">
            <a:noAutofit/>
          </a:bodyPr>
          <a:lstStyle/>
          <a:p>
            <a:r>
              <a:rPr lang="en-US" noProof="0"/>
              <a:t>Click to edit Master title style</a:t>
            </a:r>
          </a:p>
        </p:txBody>
      </p:sp>
      <p:sp>
        <p:nvSpPr>
          <p:cNvPr id="3" name="Espace réservé du texte 2">
            <a:extLst>
              <a:ext uri="{FF2B5EF4-FFF2-40B4-BE49-F238E27FC236}">
                <a16:creationId xmlns:a16="http://schemas.microsoft.com/office/drawing/2014/main" id="{33116353-A2DB-400D-836D-10B770C82C62}"/>
              </a:ext>
            </a:extLst>
          </p:cNvPr>
          <p:cNvSpPr>
            <a:spLocks noGrp="1"/>
          </p:cNvSpPr>
          <p:nvPr>
            <p:ph type="body" idx="1"/>
          </p:nvPr>
        </p:nvSpPr>
        <p:spPr>
          <a:xfrm>
            <a:off x="545081" y="2624771"/>
            <a:ext cx="10800000" cy="3600000"/>
          </a:xfrm>
          <a:prstGeom prst="rect">
            <a:avLst/>
          </a:prstGeom>
        </p:spPr>
        <p:txBody>
          <a:bodyPr vert="horz" lIns="91440" tIns="45720" rIns="91440" bIns="45720" rtlCol="0">
            <a:no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4" name="Espace réservé de la date 3">
            <a:extLst>
              <a:ext uri="{FF2B5EF4-FFF2-40B4-BE49-F238E27FC236}">
                <a16:creationId xmlns:a16="http://schemas.microsoft.com/office/drawing/2014/main" id="{FDD59078-F0EA-4B2B-B92A-CB1D0AA4F88E}"/>
              </a:ext>
            </a:extLst>
          </p:cNvPr>
          <p:cNvSpPr>
            <a:spLocks noGrp="1"/>
          </p:cNvSpPr>
          <p:nvPr>
            <p:ph type="dt" sz="half" idx="2"/>
          </p:nvPr>
        </p:nvSpPr>
        <p:spPr>
          <a:xfrm>
            <a:off x="546100" y="6489701"/>
            <a:ext cx="1056000" cy="216000"/>
          </a:xfrm>
          <a:prstGeom prst="rect">
            <a:avLst/>
          </a:prstGeom>
        </p:spPr>
        <p:txBody>
          <a:bodyPr vert="horz" lIns="91440" tIns="45720" rIns="91440" bIns="45720" rtlCol="0" anchor="ctr">
            <a:noAutofit/>
          </a:bodyPr>
          <a:lstStyle>
            <a:lvl1pPr algn="l">
              <a:defRPr sz="900" b="0">
                <a:solidFill>
                  <a:schemeClr val="tx2"/>
                </a:solidFill>
              </a:defRPr>
            </a:lvl1pPr>
          </a:lstStyle>
          <a:p>
            <a:r>
              <a:rPr lang="en-US" noProof="0"/>
              <a:t>YYYY/MM/DD</a:t>
            </a:r>
          </a:p>
        </p:txBody>
      </p:sp>
      <p:sp>
        <p:nvSpPr>
          <p:cNvPr id="5" name="Espace réservé du pied de page 4">
            <a:extLst>
              <a:ext uri="{FF2B5EF4-FFF2-40B4-BE49-F238E27FC236}">
                <a16:creationId xmlns:a16="http://schemas.microsoft.com/office/drawing/2014/main" id="{16B74129-F7BE-4703-924F-ACEA71B2544C}"/>
              </a:ext>
            </a:extLst>
          </p:cNvPr>
          <p:cNvSpPr>
            <a:spLocks noGrp="1"/>
          </p:cNvSpPr>
          <p:nvPr>
            <p:ph type="ftr" sz="quarter" idx="3"/>
          </p:nvPr>
        </p:nvSpPr>
        <p:spPr>
          <a:xfrm>
            <a:off x="1489707" y="6489701"/>
            <a:ext cx="4800000" cy="216000"/>
          </a:xfrm>
          <a:prstGeom prst="rect">
            <a:avLst/>
          </a:prstGeom>
        </p:spPr>
        <p:txBody>
          <a:bodyPr vert="horz" lIns="91440" tIns="45720" rIns="91440" bIns="45720" rtlCol="0" anchor="ctr">
            <a:noAutofit/>
          </a:bodyPr>
          <a:lstStyle>
            <a:lvl1pPr algn="l">
              <a:defRPr sz="900" b="0">
                <a:solidFill>
                  <a:schemeClr val="tx2"/>
                </a:solidFill>
              </a:defRPr>
            </a:lvl1pPr>
          </a:lstStyle>
          <a:p>
            <a:r>
              <a:rPr lang="en-US" noProof="0"/>
              <a:t>Communication Department</a:t>
            </a:r>
          </a:p>
        </p:txBody>
      </p:sp>
      <p:sp>
        <p:nvSpPr>
          <p:cNvPr id="6" name="Espace réservé du numéro de diapositive 5">
            <a:extLst>
              <a:ext uri="{FF2B5EF4-FFF2-40B4-BE49-F238E27FC236}">
                <a16:creationId xmlns:a16="http://schemas.microsoft.com/office/drawing/2014/main" id="{2A1B493F-9EAA-4161-9132-F480E263F13A}"/>
              </a:ext>
            </a:extLst>
          </p:cNvPr>
          <p:cNvSpPr>
            <a:spLocks noGrp="1"/>
          </p:cNvSpPr>
          <p:nvPr>
            <p:ph type="sldNum" sz="quarter" idx="4"/>
          </p:nvPr>
        </p:nvSpPr>
        <p:spPr>
          <a:xfrm>
            <a:off x="10979874" y="6489701"/>
            <a:ext cx="720000" cy="216000"/>
          </a:xfrm>
          <a:prstGeom prst="rect">
            <a:avLst/>
          </a:prstGeom>
        </p:spPr>
        <p:txBody>
          <a:bodyPr vert="horz" lIns="91440" tIns="45720" rIns="91440" bIns="45720" rtlCol="0" anchor="ctr">
            <a:noAutofit/>
          </a:bodyPr>
          <a:lstStyle>
            <a:lvl1pPr algn="r">
              <a:defRPr sz="900" b="0">
                <a:solidFill>
                  <a:schemeClr val="tx2"/>
                </a:solidFill>
              </a:defRPr>
            </a:lvl1pPr>
          </a:lstStyle>
          <a:p>
            <a:fld id="{975A587B-5814-4D9B-9598-FE9CB954CB01}" type="slidenum">
              <a:rPr lang="en-US" noProof="0" smtClean="0"/>
              <a:pPr/>
              <a:t>‹#›</a:t>
            </a:fld>
            <a:endParaRPr lang="en-US" noProof="0"/>
          </a:p>
        </p:txBody>
      </p:sp>
    </p:spTree>
    <p:extLst>
      <p:ext uri="{BB962C8B-B14F-4D97-AF65-F5344CB8AC3E}">
        <p14:creationId xmlns:p14="http://schemas.microsoft.com/office/powerpoint/2010/main" val="3487987680"/>
      </p:ext>
    </p:extLst>
  </p:cSld>
  <p:clrMap bg1="lt1" tx1="dk1" bg2="lt2" tx2="dk2" accent1="accent1" accent2="accent2" accent3="accent3" accent4="accent4" accent5="accent5" accent6="accent6" hlink="hlink" folHlink="folHlink"/>
  <p:sldLayoutIdLst>
    <p:sldLayoutId id="2147483660" r:id="rId1"/>
    <p:sldLayoutId id="2147483678" r:id="rId2"/>
    <p:sldLayoutId id="2147483661" r:id="rId3"/>
    <p:sldLayoutId id="2147483679" r:id="rId4"/>
    <p:sldLayoutId id="2147483680" r:id="rId5"/>
    <p:sldLayoutId id="2147483682" r:id="rId6"/>
    <p:sldLayoutId id="2147483683" r:id="rId7"/>
    <p:sldLayoutId id="2147483684" r:id="rId8"/>
    <p:sldLayoutId id="2147483685" r:id="rId9"/>
    <p:sldLayoutId id="2147483686" r:id="rId10"/>
    <p:sldLayoutId id="2147483687" r:id="rId11"/>
    <p:sldLayoutId id="2147483688" r:id="rId12"/>
    <p:sldLayoutId id="2147483689" r:id="rId13"/>
    <p:sldLayoutId id="2147483690" r:id="rId14"/>
  </p:sldLayoutIdLst>
  <p:hf sldNum="0" hdr="0"/>
  <p:txStyles>
    <p:titleStyle>
      <a:lvl1pPr algn="l" defTabSz="685800" rtl="0" eaLnBrk="1" latinLnBrk="0" hangingPunct="1">
        <a:lnSpc>
          <a:spcPct val="95000"/>
        </a:lnSpc>
        <a:spcBef>
          <a:spcPct val="0"/>
        </a:spcBef>
        <a:buNone/>
        <a:defRPr sz="2600" b="1" kern="1200" cap="all" baseline="0">
          <a:solidFill>
            <a:schemeClr val="tx2"/>
          </a:solidFill>
          <a:latin typeface="+mn-lt"/>
          <a:ea typeface="+mj-ea"/>
          <a:cs typeface="+mj-cs"/>
        </a:defRPr>
      </a:lvl1pPr>
    </p:titleStyle>
    <p:bodyStyle>
      <a:lvl1pPr marL="0" indent="0" algn="l" defTabSz="685800" rtl="0" eaLnBrk="1" latinLnBrk="0" hangingPunct="1">
        <a:lnSpc>
          <a:spcPct val="105000"/>
        </a:lnSpc>
        <a:spcBef>
          <a:spcPts val="0"/>
        </a:spcBef>
        <a:buFont typeface="Arial" panose="020B0604020202020204" pitchFamily="34" charset="0"/>
        <a:buNone/>
        <a:defRPr sz="1600" b="1" kern="1200">
          <a:solidFill>
            <a:schemeClr val="tx2"/>
          </a:solidFill>
          <a:latin typeface="+mn-lt"/>
          <a:ea typeface="+mn-ea"/>
          <a:cs typeface="+mn-cs"/>
        </a:defRPr>
      </a:lvl1pPr>
      <a:lvl2pPr marL="216000" indent="-216000" algn="l" defTabSz="685800" rtl="0" eaLnBrk="1" latinLnBrk="0" hangingPunct="1">
        <a:lnSpc>
          <a:spcPct val="105000"/>
        </a:lnSpc>
        <a:spcBef>
          <a:spcPts val="700"/>
        </a:spcBef>
        <a:buFont typeface="Arial" panose="020B0604020202020204" pitchFamily="34" charset="0"/>
        <a:buChar char="•"/>
        <a:defRPr sz="1600" kern="1200">
          <a:solidFill>
            <a:schemeClr val="tx2"/>
          </a:solidFill>
          <a:latin typeface="+mn-lt"/>
          <a:ea typeface="+mn-ea"/>
          <a:cs typeface="+mn-cs"/>
        </a:defRPr>
      </a:lvl2pPr>
      <a:lvl3pPr marL="216000" indent="0" algn="l" defTabSz="685800" rtl="0" eaLnBrk="1" latinLnBrk="0" hangingPunct="1">
        <a:lnSpc>
          <a:spcPct val="105000"/>
        </a:lnSpc>
        <a:spcBef>
          <a:spcPts val="700"/>
        </a:spcBef>
        <a:buSzPct val="120000"/>
        <a:buFont typeface="Encode Sans" pitchFamily="2" charset="0"/>
        <a:buNone/>
        <a:defRPr sz="1200" b="0" kern="1200">
          <a:solidFill>
            <a:schemeClr val="tx2"/>
          </a:solidFill>
          <a:latin typeface="+mn-lt"/>
          <a:ea typeface="+mn-ea"/>
          <a:cs typeface="+mn-cs"/>
        </a:defRPr>
      </a:lvl3pPr>
      <a:lvl4pPr marL="216000" indent="0" algn="l" defTabSz="685800" rtl="0" eaLnBrk="1" latinLnBrk="0" hangingPunct="1">
        <a:lnSpc>
          <a:spcPct val="105000"/>
        </a:lnSpc>
        <a:spcBef>
          <a:spcPts val="400"/>
        </a:spcBef>
        <a:buFont typeface="Encode Sans" pitchFamily="2" charset="0"/>
        <a:buNone/>
        <a:defRPr sz="1200" b="1" kern="1200">
          <a:solidFill>
            <a:schemeClr val="tx2"/>
          </a:solidFill>
          <a:latin typeface="+mn-lt"/>
          <a:ea typeface="+mn-ea"/>
          <a:cs typeface="+mn-cs"/>
        </a:defRPr>
      </a:lvl4pPr>
      <a:lvl5pPr marL="360000" indent="-144000" algn="l" defTabSz="685800" rtl="0" eaLnBrk="1" latinLnBrk="0" hangingPunct="1">
        <a:lnSpc>
          <a:spcPct val="105000"/>
        </a:lnSpc>
        <a:spcBef>
          <a:spcPts val="400"/>
        </a:spcBef>
        <a:buFont typeface="Arial" panose="020B0604020202020204" pitchFamily="34" charset="0"/>
        <a:buChar char="•"/>
        <a:defRPr sz="1200" kern="1200">
          <a:solidFill>
            <a:schemeClr val="tx2"/>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fr-FR"/>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24AC6DD5-989A-474E-B36B-AF6C8BC7BDC3}"/>
              </a:ext>
            </a:extLst>
          </p:cNvPr>
          <p:cNvSpPr>
            <a:spLocks noGrp="1"/>
          </p:cNvSpPr>
          <p:nvPr>
            <p:ph type="title"/>
          </p:nvPr>
        </p:nvSpPr>
        <p:spPr>
          <a:xfrm>
            <a:off x="1131889" y="2090899"/>
            <a:ext cx="10440000" cy="1548000"/>
          </a:xfrm>
        </p:spPr>
        <p:txBody>
          <a:bodyPr/>
          <a:lstStyle/>
          <a:p>
            <a:pPr algn="ctr"/>
            <a:r>
              <a:rPr lang="en-US" dirty="0"/>
              <a:t>Hackathon problem statement </a:t>
            </a:r>
            <a:endParaRPr lang="en-US" noProof="0" dirty="0"/>
          </a:p>
        </p:txBody>
      </p:sp>
      <p:sp>
        <p:nvSpPr>
          <p:cNvPr id="5" name="Espace réservé du texte 4">
            <a:extLst>
              <a:ext uri="{FF2B5EF4-FFF2-40B4-BE49-F238E27FC236}">
                <a16:creationId xmlns:a16="http://schemas.microsoft.com/office/drawing/2014/main" id="{4ADEB1C4-9C56-40A3-B4D5-C42AECC7FAA8}"/>
              </a:ext>
            </a:extLst>
          </p:cNvPr>
          <p:cNvSpPr>
            <a:spLocks noGrp="1"/>
          </p:cNvSpPr>
          <p:nvPr>
            <p:ph type="body" sz="quarter" idx="13"/>
          </p:nvPr>
        </p:nvSpPr>
        <p:spPr>
          <a:xfrm>
            <a:off x="5053649" y="3892232"/>
            <a:ext cx="2464751" cy="537528"/>
          </a:xfrm>
        </p:spPr>
        <p:txBody>
          <a:bodyPr/>
          <a:lstStyle/>
          <a:p>
            <a:r>
              <a:rPr lang="en-US" dirty="0"/>
              <a:t>WELDING </a:t>
            </a:r>
            <a:endParaRPr lang="en-US" noProof="0" dirty="0"/>
          </a:p>
        </p:txBody>
      </p:sp>
    </p:spTree>
    <p:extLst>
      <p:ext uri="{BB962C8B-B14F-4D97-AF65-F5344CB8AC3E}">
        <p14:creationId xmlns:p14="http://schemas.microsoft.com/office/powerpoint/2010/main" val="189180087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A53663-B1CA-AE82-6E66-A398890955F8}"/>
            </a:ext>
          </a:extLst>
        </p:cNvPr>
        <p:cNvGrpSpPr/>
        <p:nvPr/>
      </p:nvGrpSpPr>
      <p:grpSpPr>
        <a:xfrm>
          <a:off x="0" y="0"/>
          <a:ext cx="0" cy="0"/>
          <a:chOff x="0" y="0"/>
          <a:chExt cx="0" cy="0"/>
        </a:xfrm>
      </p:grpSpPr>
      <p:sp>
        <p:nvSpPr>
          <p:cNvPr id="6" name="Text Placeholder 5">
            <a:extLst>
              <a:ext uri="{FF2B5EF4-FFF2-40B4-BE49-F238E27FC236}">
                <a16:creationId xmlns:a16="http://schemas.microsoft.com/office/drawing/2014/main" id="{035D6E06-BD19-AF3E-5661-D911D9C6A15D}"/>
              </a:ext>
            </a:extLst>
          </p:cNvPr>
          <p:cNvSpPr>
            <a:spLocks noGrp="1"/>
          </p:cNvSpPr>
          <p:nvPr>
            <p:ph type="body" idx="1"/>
          </p:nvPr>
        </p:nvSpPr>
        <p:spPr/>
        <p:txBody>
          <a:bodyPr/>
          <a:lstStyle/>
          <a:p>
            <a:r>
              <a:rPr lang="en-US" dirty="0"/>
              <a:t>Problem title_1 : </a:t>
            </a:r>
            <a:r>
              <a:rPr lang="en-US" i="1" dirty="0" err="1">
                <a:solidFill>
                  <a:schemeClr val="tx1"/>
                </a:solidFill>
                <a:highlight>
                  <a:srgbClr val="FFFF00"/>
                </a:highlight>
              </a:rPr>
              <a:t>WPE_Layout</a:t>
            </a:r>
            <a:r>
              <a:rPr lang="en-US" i="1" dirty="0">
                <a:solidFill>
                  <a:schemeClr val="tx1"/>
                </a:solidFill>
                <a:highlight>
                  <a:srgbClr val="FFFF00"/>
                </a:highlight>
              </a:rPr>
              <a:t> Optimization</a:t>
            </a:r>
          </a:p>
        </p:txBody>
      </p:sp>
      <p:sp>
        <p:nvSpPr>
          <p:cNvPr id="7" name="Rectangle 6">
            <a:extLst>
              <a:ext uri="{FF2B5EF4-FFF2-40B4-BE49-F238E27FC236}">
                <a16:creationId xmlns:a16="http://schemas.microsoft.com/office/drawing/2014/main" id="{D13ECE94-C6FF-56CA-28CA-5C2E93F09648}"/>
              </a:ext>
            </a:extLst>
          </p:cNvPr>
          <p:cNvSpPr/>
          <p:nvPr/>
        </p:nvSpPr>
        <p:spPr>
          <a:xfrm>
            <a:off x="229961" y="1208394"/>
            <a:ext cx="5697896" cy="274320"/>
          </a:xfrm>
          <a:prstGeom prst="rect">
            <a:avLst/>
          </a:prstGeom>
          <a:solidFill>
            <a:srgbClr val="0033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prstClr val="white"/>
                </a:solidFill>
                <a:effectLst/>
                <a:uLnTx/>
                <a:uFillTx/>
                <a:latin typeface="Encode Sans ExpandedLight"/>
                <a:ea typeface="+mn-ea"/>
                <a:cs typeface="+mn-cs"/>
              </a:rPr>
              <a:t>Background</a:t>
            </a:r>
            <a:endParaRPr kumimoji="0" lang="en-GB" sz="1400" b="1" i="0" u="none" strike="noStrike" kern="1200" cap="none" spc="0" normalizeH="0" baseline="0" noProof="0">
              <a:ln>
                <a:noFill/>
              </a:ln>
              <a:solidFill>
                <a:prstClr val="white"/>
              </a:solidFill>
              <a:effectLst/>
              <a:uLnTx/>
              <a:uFillTx/>
              <a:latin typeface="Encode Sans ExpandedLight"/>
              <a:ea typeface="+mn-ea"/>
              <a:cs typeface="+mn-cs"/>
            </a:endParaRPr>
          </a:p>
        </p:txBody>
      </p:sp>
      <p:sp>
        <p:nvSpPr>
          <p:cNvPr id="11" name="Rectangle 10">
            <a:extLst>
              <a:ext uri="{FF2B5EF4-FFF2-40B4-BE49-F238E27FC236}">
                <a16:creationId xmlns:a16="http://schemas.microsoft.com/office/drawing/2014/main" id="{FEE054C2-8243-2984-3CE1-1825DC1D651F}"/>
              </a:ext>
            </a:extLst>
          </p:cNvPr>
          <p:cNvSpPr/>
          <p:nvPr/>
        </p:nvSpPr>
        <p:spPr>
          <a:xfrm>
            <a:off x="6315269" y="1564126"/>
            <a:ext cx="5672333" cy="2079630"/>
          </a:xfrm>
          <a:prstGeom prst="rect">
            <a:avLst/>
          </a:prstGeom>
          <a:no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285750" marR="0" lvl="0" indent="-285750" algn="ctr"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GB" sz="1200" b="0" i="0" u="none" strike="noStrike" kern="1200" cap="none" spc="0" normalizeH="0" baseline="0" noProof="0">
              <a:ln>
                <a:noFill/>
              </a:ln>
              <a:solidFill>
                <a:prstClr val="white"/>
              </a:solidFill>
              <a:effectLst/>
              <a:uLnTx/>
              <a:uFillTx/>
              <a:latin typeface="Encode Sans ExpandedLight"/>
              <a:ea typeface="+mn-ea"/>
              <a:cs typeface="+mn-cs"/>
            </a:endParaRPr>
          </a:p>
        </p:txBody>
      </p:sp>
      <p:sp>
        <p:nvSpPr>
          <p:cNvPr id="13" name="Rectangle 12">
            <a:extLst>
              <a:ext uri="{FF2B5EF4-FFF2-40B4-BE49-F238E27FC236}">
                <a16:creationId xmlns:a16="http://schemas.microsoft.com/office/drawing/2014/main" id="{0B24713B-3B76-0289-CCF5-C5D7C9E54A84}"/>
              </a:ext>
            </a:extLst>
          </p:cNvPr>
          <p:cNvSpPr/>
          <p:nvPr/>
        </p:nvSpPr>
        <p:spPr>
          <a:xfrm>
            <a:off x="6289707" y="1208394"/>
            <a:ext cx="5697896" cy="274320"/>
          </a:xfrm>
          <a:prstGeom prst="rect">
            <a:avLst/>
          </a:prstGeom>
          <a:solidFill>
            <a:srgbClr val="0033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prstClr val="white"/>
                </a:solidFill>
                <a:effectLst/>
                <a:uLnTx/>
                <a:uFillTx/>
                <a:latin typeface="Encode Sans ExpandedLight"/>
                <a:ea typeface="+mn-ea"/>
                <a:cs typeface="+mn-cs"/>
              </a:rPr>
              <a:t>Sample data</a:t>
            </a:r>
            <a:endParaRPr kumimoji="0" lang="en-GB" sz="1400" b="1" i="0" u="none" strike="noStrike" kern="1200" cap="none" spc="0" normalizeH="0" baseline="0" noProof="0">
              <a:ln>
                <a:noFill/>
              </a:ln>
              <a:solidFill>
                <a:prstClr val="white"/>
              </a:solidFill>
              <a:effectLst/>
              <a:uLnTx/>
              <a:uFillTx/>
              <a:latin typeface="Encode Sans ExpandedLight"/>
              <a:ea typeface="+mn-ea"/>
              <a:cs typeface="+mn-cs"/>
            </a:endParaRPr>
          </a:p>
        </p:txBody>
      </p:sp>
      <p:sp>
        <p:nvSpPr>
          <p:cNvPr id="15" name="Rectangle 14">
            <a:extLst>
              <a:ext uri="{FF2B5EF4-FFF2-40B4-BE49-F238E27FC236}">
                <a16:creationId xmlns:a16="http://schemas.microsoft.com/office/drawing/2014/main" id="{67724024-7B84-FF54-54E7-E9332A49C3F9}"/>
              </a:ext>
            </a:extLst>
          </p:cNvPr>
          <p:cNvSpPr/>
          <p:nvPr/>
        </p:nvSpPr>
        <p:spPr>
          <a:xfrm>
            <a:off x="204398" y="3999488"/>
            <a:ext cx="5697896" cy="2506982"/>
          </a:xfrm>
          <a:prstGeom prst="rect">
            <a:avLst/>
          </a:prstGeom>
          <a:no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285750" marR="0" lvl="0" indent="-285750" algn="ctr"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GB" sz="1200" b="0" i="0" u="none" strike="noStrike" kern="1200" cap="none" spc="0" normalizeH="0" baseline="0" noProof="0">
              <a:ln>
                <a:noFill/>
              </a:ln>
              <a:solidFill>
                <a:prstClr val="white"/>
              </a:solidFill>
              <a:effectLst/>
              <a:uLnTx/>
              <a:uFillTx/>
              <a:latin typeface="Encode Sans ExpandedLight"/>
              <a:ea typeface="+mn-ea"/>
              <a:cs typeface="+mn-cs"/>
            </a:endParaRPr>
          </a:p>
        </p:txBody>
      </p:sp>
      <p:sp>
        <p:nvSpPr>
          <p:cNvPr id="17" name="Rectangle 16">
            <a:extLst>
              <a:ext uri="{FF2B5EF4-FFF2-40B4-BE49-F238E27FC236}">
                <a16:creationId xmlns:a16="http://schemas.microsoft.com/office/drawing/2014/main" id="{99DB97E7-68E8-99B4-480D-04ECFC99F53F}"/>
              </a:ext>
            </a:extLst>
          </p:cNvPr>
          <p:cNvSpPr/>
          <p:nvPr/>
        </p:nvSpPr>
        <p:spPr>
          <a:xfrm>
            <a:off x="229961" y="3681140"/>
            <a:ext cx="5697896" cy="274320"/>
          </a:xfrm>
          <a:prstGeom prst="rect">
            <a:avLst/>
          </a:prstGeom>
          <a:solidFill>
            <a:srgbClr val="0033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prstClr val="white"/>
                </a:solidFill>
                <a:effectLst/>
                <a:uLnTx/>
                <a:uFillTx/>
                <a:latin typeface="Encode Sans ExpandedLight"/>
                <a:ea typeface="+mn-ea"/>
                <a:cs typeface="+mn-cs"/>
              </a:rPr>
              <a:t>Out put requirement</a:t>
            </a:r>
            <a:endParaRPr kumimoji="0" lang="en-GB" sz="1400" b="1" i="0" u="none" strike="noStrike" kern="1200" cap="none" spc="0" normalizeH="0" baseline="0" noProof="0">
              <a:ln>
                <a:noFill/>
              </a:ln>
              <a:solidFill>
                <a:prstClr val="white"/>
              </a:solidFill>
              <a:effectLst/>
              <a:uLnTx/>
              <a:uFillTx/>
              <a:latin typeface="Encode Sans ExpandedLight"/>
              <a:ea typeface="+mn-ea"/>
              <a:cs typeface="+mn-cs"/>
            </a:endParaRPr>
          </a:p>
        </p:txBody>
      </p:sp>
      <p:sp>
        <p:nvSpPr>
          <p:cNvPr id="19" name="Rectangle 18">
            <a:extLst>
              <a:ext uri="{FF2B5EF4-FFF2-40B4-BE49-F238E27FC236}">
                <a16:creationId xmlns:a16="http://schemas.microsoft.com/office/drawing/2014/main" id="{A75DC6CE-8E10-F67F-0DAD-13EA4546DCF0}"/>
              </a:ext>
            </a:extLst>
          </p:cNvPr>
          <p:cNvSpPr/>
          <p:nvPr/>
        </p:nvSpPr>
        <p:spPr>
          <a:xfrm>
            <a:off x="6366737" y="3974152"/>
            <a:ext cx="5646429" cy="2557654"/>
          </a:xfrm>
          <a:prstGeom prst="rect">
            <a:avLst/>
          </a:prstGeom>
          <a:no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285750" marR="0" lvl="0" indent="-285750" algn="ctr"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GB" sz="1200" b="0" i="0" u="none" strike="noStrike" kern="1200" cap="none" spc="0" normalizeH="0" baseline="0" noProof="0">
              <a:ln>
                <a:noFill/>
              </a:ln>
              <a:solidFill>
                <a:prstClr val="white"/>
              </a:solidFill>
              <a:effectLst/>
              <a:uLnTx/>
              <a:uFillTx/>
              <a:latin typeface="Encode Sans ExpandedLight"/>
              <a:ea typeface="+mn-ea"/>
              <a:cs typeface="+mn-cs"/>
            </a:endParaRPr>
          </a:p>
        </p:txBody>
      </p:sp>
      <p:sp>
        <p:nvSpPr>
          <p:cNvPr id="21" name="Rectangle 20">
            <a:extLst>
              <a:ext uri="{FF2B5EF4-FFF2-40B4-BE49-F238E27FC236}">
                <a16:creationId xmlns:a16="http://schemas.microsoft.com/office/drawing/2014/main" id="{02271239-98AE-75E6-871F-7E6D3FA162A6}"/>
              </a:ext>
            </a:extLst>
          </p:cNvPr>
          <p:cNvSpPr/>
          <p:nvPr/>
        </p:nvSpPr>
        <p:spPr>
          <a:xfrm>
            <a:off x="6315270" y="3681140"/>
            <a:ext cx="5697896" cy="274320"/>
          </a:xfrm>
          <a:prstGeom prst="rect">
            <a:avLst/>
          </a:prstGeom>
          <a:solidFill>
            <a:srgbClr val="0033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b="1">
                <a:solidFill>
                  <a:prstClr val="white"/>
                </a:solidFill>
                <a:latin typeface="Encode Sans ExpandedLight"/>
              </a:rPr>
              <a:t>Rules</a:t>
            </a:r>
            <a:endParaRPr kumimoji="0" lang="en-GB" sz="1400" b="1" i="0" u="none" strike="noStrike" kern="1200" cap="none" spc="0" normalizeH="0" baseline="0" noProof="0">
              <a:ln>
                <a:noFill/>
              </a:ln>
              <a:solidFill>
                <a:prstClr val="white"/>
              </a:solidFill>
              <a:effectLst/>
              <a:uLnTx/>
              <a:uFillTx/>
              <a:latin typeface="Encode Sans ExpandedLight"/>
              <a:ea typeface="+mn-ea"/>
              <a:cs typeface="+mn-cs"/>
            </a:endParaRPr>
          </a:p>
        </p:txBody>
      </p:sp>
      <p:sp>
        <p:nvSpPr>
          <p:cNvPr id="22" name="Rectangle 21">
            <a:extLst>
              <a:ext uri="{FF2B5EF4-FFF2-40B4-BE49-F238E27FC236}">
                <a16:creationId xmlns:a16="http://schemas.microsoft.com/office/drawing/2014/main" id="{5C81641C-893A-F590-0552-88B52E6F39EC}"/>
              </a:ext>
            </a:extLst>
          </p:cNvPr>
          <p:cNvSpPr/>
          <p:nvPr/>
        </p:nvSpPr>
        <p:spPr>
          <a:xfrm>
            <a:off x="204398" y="1564126"/>
            <a:ext cx="5697896" cy="2079630"/>
          </a:xfrm>
          <a:prstGeom prst="rect">
            <a:avLst/>
          </a:prstGeom>
          <a:no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285750" marR="0" lvl="0" indent="-285750" algn="ctr"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GB" sz="1200" b="0" i="0" u="none" strike="noStrike" kern="1200" cap="none" spc="0" normalizeH="0" baseline="0" noProof="0">
              <a:ln>
                <a:noFill/>
              </a:ln>
              <a:solidFill>
                <a:prstClr val="white"/>
              </a:solidFill>
              <a:effectLst/>
              <a:uLnTx/>
              <a:uFillTx/>
              <a:latin typeface="Encode Sans ExpandedLight"/>
              <a:ea typeface="+mn-ea"/>
              <a:cs typeface="+mn-cs"/>
            </a:endParaRPr>
          </a:p>
        </p:txBody>
      </p:sp>
      <p:sp>
        <p:nvSpPr>
          <p:cNvPr id="4" name="TextBox 3">
            <a:extLst>
              <a:ext uri="{FF2B5EF4-FFF2-40B4-BE49-F238E27FC236}">
                <a16:creationId xmlns:a16="http://schemas.microsoft.com/office/drawing/2014/main" id="{E50B9557-8D32-D17D-AA85-C61CD178F7E8}"/>
              </a:ext>
            </a:extLst>
          </p:cNvPr>
          <p:cNvSpPr txBox="1"/>
          <p:nvPr/>
        </p:nvSpPr>
        <p:spPr>
          <a:xfrm>
            <a:off x="229960" y="1689840"/>
            <a:ext cx="5646771" cy="2254463"/>
          </a:xfrm>
          <a:prstGeom prst="rect">
            <a:avLst/>
          </a:prstGeom>
          <a:noFill/>
        </p:spPr>
        <p:txBody>
          <a:bodyPr wrap="square" rtlCol="0">
            <a:spAutoFit/>
          </a:bodyPr>
          <a:lstStyle/>
          <a:p>
            <a:pPr fontAlgn="t">
              <a:lnSpc>
                <a:spcPts val="1500"/>
              </a:lnSpc>
              <a:buNone/>
            </a:pPr>
            <a:r>
              <a:rPr lang="en-US" sz="1400">
                <a:latin typeface="Calibri Light" panose="020F0302020204030204" pitchFamily="34" charset="0"/>
                <a:ea typeface="Calibri Light" panose="020F0302020204030204" pitchFamily="34" charset="0"/>
                <a:cs typeface="Calibri Light" panose="020F0302020204030204" pitchFamily="34" charset="0"/>
              </a:rPr>
              <a:t>In manufacturing plants, available floor space is often limited, making it difficult to position machines, workstations, material storage areas, inspection stations, and utility resources efficiently. </a:t>
            </a:r>
          </a:p>
          <a:p>
            <a:pPr fontAlgn="t">
              <a:lnSpc>
                <a:spcPts val="1500"/>
              </a:lnSpc>
              <a:buNone/>
            </a:pPr>
            <a:endParaRPr lang="en-US" sz="1400">
              <a:latin typeface="Calibri Light" panose="020F0302020204030204" pitchFamily="34" charset="0"/>
              <a:ea typeface="Calibri Light" panose="020F0302020204030204" pitchFamily="34" charset="0"/>
              <a:cs typeface="Calibri Light" panose="020F0302020204030204" pitchFamily="34" charset="0"/>
            </a:endParaRPr>
          </a:p>
          <a:p>
            <a:pPr fontAlgn="t">
              <a:lnSpc>
                <a:spcPts val="1500"/>
              </a:lnSpc>
              <a:buNone/>
            </a:pPr>
            <a:r>
              <a:rPr lang="en-US" sz="1400">
                <a:latin typeface="Calibri Light" panose="020F0302020204030204" pitchFamily="34" charset="0"/>
                <a:ea typeface="Calibri Light" panose="020F0302020204030204" pitchFamily="34" charset="0"/>
                <a:cs typeface="Calibri Light" panose="020F0302020204030204" pitchFamily="34" charset="0"/>
              </a:rPr>
              <a:t>Layout planners must ensure smooth material flow, operator accessibility, safety clearances, and production targets while working within space constraints. Currently, evaluating multiple layout alternatives requires significant manual effort, resulting in numerous iterations and extended planning time.</a:t>
            </a:r>
          </a:p>
          <a:p>
            <a:br>
              <a:rPr lang="en-US" sz="1400">
                <a:solidFill>
                  <a:srgbClr val="000000"/>
                </a:solidFill>
                <a:latin typeface="Calibri Light" panose="020F0302020204030204" pitchFamily="34" charset="0"/>
                <a:ea typeface="Calibri Light" panose="020F0302020204030204" pitchFamily="34" charset="0"/>
                <a:cs typeface="Calibri Light" panose="020F0302020204030204" pitchFamily="34" charset="0"/>
              </a:rPr>
            </a:br>
            <a:endParaRPr lang="en-US" sz="1400">
              <a:latin typeface="Calibri Light" panose="020F0302020204030204" pitchFamily="34" charset="0"/>
              <a:ea typeface="Calibri Light" panose="020F0302020204030204" pitchFamily="34" charset="0"/>
              <a:cs typeface="Calibri Light" panose="020F0302020204030204" pitchFamily="34" charset="0"/>
            </a:endParaRPr>
          </a:p>
        </p:txBody>
      </p:sp>
      <p:sp>
        <p:nvSpPr>
          <p:cNvPr id="12" name="TextBox 11">
            <a:extLst>
              <a:ext uri="{FF2B5EF4-FFF2-40B4-BE49-F238E27FC236}">
                <a16:creationId xmlns:a16="http://schemas.microsoft.com/office/drawing/2014/main" id="{829B3627-2849-0C89-6C99-05641EAE6470}"/>
              </a:ext>
            </a:extLst>
          </p:cNvPr>
          <p:cNvSpPr txBox="1"/>
          <p:nvPr/>
        </p:nvSpPr>
        <p:spPr>
          <a:xfrm>
            <a:off x="281086" y="4638207"/>
            <a:ext cx="5646771" cy="1059906"/>
          </a:xfrm>
          <a:prstGeom prst="rect">
            <a:avLst/>
          </a:prstGeom>
          <a:noFill/>
        </p:spPr>
        <p:txBody>
          <a:bodyPr wrap="square" rtlCol="0">
            <a:spAutoFit/>
          </a:bodyPr>
          <a:lstStyle>
            <a:defPPr>
              <a:defRPr lang="fr-FR"/>
            </a:defPPr>
            <a:lvl1pPr fontAlgn="t">
              <a:lnSpc>
                <a:spcPts val="1500"/>
              </a:lnSpc>
              <a:buNone/>
              <a:defRPr sz="1400">
                <a:latin typeface="Calibri Light" panose="020F0302020204030204" pitchFamily="34" charset="0"/>
                <a:ea typeface="Calibri Light" panose="020F0302020204030204" pitchFamily="34" charset="0"/>
                <a:cs typeface="Calibri Light" panose="020F0302020204030204" pitchFamily="34" charset="0"/>
              </a:defRPr>
            </a:lvl1pPr>
          </a:lstStyle>
          <a:p>
            <a:br>
              <a:rPr lang="en-US"/>
            </a:br>
            <a:r>
              <a:rPr lang="en-US"/>
              <a:t>Develop an intelligent layout optimization tool that can analyze available shopfloor space and propose the best arrangement of equipment, workstations, material storage, and supporting resources.</a:t>
            </a:r>
          </a:p>
          <a:p>
            <a:endParaRPr lang="en-US"/>
          </a:p>
        </p:txBody>
      </p:sp>
      <p:sp>
        <p:nvSpPr>
          <p:cNvPr id="28" name="TextBox 27">
            <a:extLst>
              <a:ext uri="{FF2B5EF4-FFF2-40B4-BE49-F238E27FC236}">
                <a16:creationId xmlns:a16="http://schemas.microsoft.com/office/drawing/2014/main" id="{2EF0FE68-ACAC-AEB3-0888-D5EB75ABA6FF}"/>
              </a:ext>
            </a:extLst>
          </p:cNvPr>
          <p:cNvSpPr txBox="1"/>
          <p:nvPr/>
        </p:nvSpPr>
        <p:spPr>
          <a:xfrm>
            <a:off x="6315269" y="3944303"/>
            <a:ext cx="5825263" cy="2785378"/>
          </a:xfrm>
          <a:prstGeom prst="rect">
            <a:avLst/>
          </a:prstGeom>
          <a:noFill/>
        </p:spPr>
        <p:txBody>
          <a:bodyPr wrap="square" rtlCol="0">
            <a:spAutoFit/>
          </a:bodyPr>
          <a:lstStyle>
            <a:defPPr>
              <a:defRPr lang="fr-FR"/>
            </a:defPPr>
            <a:lvl1pPr fontAlgn="t">
              <a:lnSpc>
                <a:spcPts val="1500"/>
              </a:lnSpc>
              <a:buNone/>
              <a:defRPr sz="1400">
                <a:latin typeface="Calibri Light" panose="020F0302020204030204" pitchFamily="34" charset="0"/>
                <a:ea typeface="Calibri Light" panose="020F0302020204030204" pitchFamily="34" charset="0"/>
                <a:cs typeface="Calibri Light" panose="020F0302020204030204" pitchFamily="34" charset="0"/>
              </a:defRPr>
            </a:lvl1pPr>
          </a:lstStyle>
          <a:p>
            <a:pPr marL="342900" lvl="0" indent="-342900">
              <a:buFont typeface="Arial" panose="020B0604020202020204" pitchFamily="34" charset="0"/>
              <a:buChar char="•"/>
            </a:pPr>
            <a:r>
              <a:rPr lang="en-US" sz="1200"/>
              <a:t>A minimum clearance of </a:t>
            </a:r>
            <a:r>
              <a:rPr lang="en-US" sz="1200" b="1"/>
              <a:t>800 mm</a:t>
            </a:r>
            <a:r>
              <a:rPr lang="en-US" sz="1200"/>
              <a:t> shall be maintained between a </a:t>
            </a:r>
            <a:r>
              <a:rPr lang="en-US" sz="1200" b="1"/>
              <a:t>robot and any machine/equipment</a:t>
            </a:r>
            <a:r>
              <a:rPr lang="en-US" sz="1200"/>
              <a:t>.</a:t>
            </a:r>
          </a:p>
          <a:p>
            <a:pPr marL="342900" lvl="0" indent="-342900">
              <a:buFont typeface="Arial" panose="020B0604020202020204" pitchFamily="34" charset="0"/>
              <a:buChar char="•"/>
            </a:pPr>
            <a:r>
              <a:rPr lang="en-US" sz="1200"/>
              <a:t>A minimum clearance of </a:t>
            </a:r>
            <a:r>
              <a:rPr lang="en-US" sz="1200" b="1"/>
              <a:t>700 mm</a:t>
            </a:r>
            <a:r>
              <a:rPr lang="en-US" sz="1200"/>
              <a:t> shall be maintained between </a:t>
            </a:r>
            <a:r>
              <a:rPr lang="en-US" sz="1200" b="1"/>
              <a:t>two robots</a:t>
            </a:r>
            <a:r>
              <a:rPr lang="en-US" sz="1200"/>
              <a:t>.</a:t>
            </a:r>
          </a:p>
          <a:p>
            <a:pPr marL="342900" lvl="0" indent="-342900">
              <a:buFont typeface="Arial" panose="020B0604020202020204" pitchFamily="34" charset="0"/>
              <a:buChar char="•"/>
            </a:pPr>
            <a:r>
              <a:rPr lang="en-US" sz="1200"/>
              <a:t>A </a:t>
            </a:r>
            <a:r>
              <a:rPr lang="en-US" sz="1200" b="1"/>
              <a:t>clear and unobstructed pedestrian walkway</a:t>
            </a:r>
            <a:r>
              <a:rPr lang="en-US" sz="1200"/>
              <a:t> shall be provided throughout the layout to ensure safe movement of personnel.</a:t>
            </a:r>
          </a:p>
          <a:p>
            <a:pPr marL="342900" lvl="0" indent="-342900">
              <a:buFont typeface="Arial" panose="020B0604020202020204" pitchFamily="34" charset="0"/>
              <a:buChar char="•"/>
            </a:pPr>
            <a:r>
              <a:rPr lang="en-US" sz="1200"/>
              <a:t>A minimum clearance of </a:t>
            </a:r>
            <a:r>
              <a:rPr lang="en-US" sz="1200" b="1"/>
              <a:t>600 mm</a:t>
            </a:r>
            <a:r>
              <a:rPr lang="en-US" sz="1200"/>
              <a:t> shall be maintained between any </a:t>
            </a:r>
            <a:r>
              <a:rPr lang="en-US" sz="1200" b="1"/>
              <a:t>resource/equipment and the safety fence</a:t>
            </a:r>
            <a:r>
              <a:rPr lang="en-US" sz="1200"/>
              <a:t>.</a:t>
            </a:r>
          </a:p>
          <a:p>
            <a:pPr marL="342900" lvl="0" indent="-342900">
              <a:buFont typeface="Arial" panose="020B0604020202020204" pitchFamily="34" charset="0"/>
              <a:buChar char="•"/>
            </a:pPr>
            <a:r>
              <a:rPr lang="en-US" sz="1200"/>
              <a:t>All </a:t>
            </a:r>
            <a:r>
              <a:rPr lang="en-US" sz="1200" b="1"/>
              <a:t>material storage locations</a:t>
            </a:r>
            <a:r>
              <a:rPr lang="en-US" sz="1200"/>
              <a:t> shall be positioned to ensure </a:t>
            </a:r>
            <a:r>
              <a:rPr lang="en-US" sz="1200" b="1"/>
              <a:t>easy and safe accessibility for operators</a:t>
            </a:r>
            <a:r>
              <a:rPr lang="en-US" sz="1200"/>
              <a:t>.</a:t>
            </a:r>
          </a:p>
          <a:p>
            <a:pPr marL="342900" lvl="0" indent="-342900">
              <a:buFont typeface="Arial" panose="020B0604020202020204" pitchFamily="34" charset="0"/>
              <a:buChar char="•"/>
            </a:pPr>
            <a:r>
              <a:rPr lang="en-US" sz="1200"/>
              <a:t>A minimum clearance of </a:t>
            </a:r>
            <a:r>
              <a:rPr lang="en-US" sz="1200" b="1"/>
              <a:t>100 mm</a:t>
            </a:r>
            <a:r>
              <a:rPr lang="en-US" sz="1200"/>
              <a:t> shall be maintained between </a:t>
            </a:r>
            <a:r>
              <a:rPr lang="en-US" sz="1200" b="1"/>
              <a:t>adjacent material storage trolleys</a:t>
            </a:r>
            <a:r>
              <a:rPr lang="en-US" sz="1200"/>
              <a:t>.</a:t>
            </a:r>
          </a:p>
          <a:p>
            <a:pPr marL="342900" lvl="0" indent="-342900">
              <a:buFont typeface="Arial" panose="020B0604020202020204" pitchFamily="34" charset="0"/>
              <a:buChar char="•"/>
            </a:pPr>
            <a:r>
              <a:rPr lang="en-US" sz="1200" b="1"/>
              <a:t>Material storage trolleys</a:t>
            </a:r>
            <a:r>
              <a:rPr lang="en-US" sz="1200"/>
              <a:t> shall always be located along the </a:t>
            </a:r>
            <a:r>
              <a:rPr lang="en-US" sz="1200" b="1"/>
              <a:t>layout boundary/perimeter</a:t>
            </a:r>
            <a:r>
              <a:rPr lang="en-US" sz="1200"/>
              <a:t> and shall not obstruct production resources or pedestrian paths .</a:t>
            </a:r>
          </a:p>
          <a:p>
            <a:endParaRPr lang="en-US" sz="1200"/>
          </a:p>
        </p:txBody>
      </p:sp>
      <p:pic>
        <p:nvPicPr>
          <p:cNvPr id="35" name="Picture 34">
            <a:extLst>
              <a:ext uri="{FF2B5EF4-FFF2-40B4-BE49-F238E27FC236}">
                <a16:creationId xmlns:a16="http://schemas.microsoft.com/office/drawing/2014/main" id="{8FF3C6A9-B090-040C-AC6A-FCA693DB6E50}"/>
              </a:ext>
            </a:extLst>
          </p:cNvPr>
          <p:cNvPicPr>
            <a:picLocks noChangeAspect="1"/>
          </p:cNvPicPr>
          <p:nvPr/>
        </p:nvPicPr>
        <p:blipFill>
          <a:blip r:embed="rId3"/>
          <a:stretch>
            <a:fillRect/>
          </a:stretch>
        </p:blipFill>
        <p:spPr>
          <a:xfrm>
            <a:off x="6667954" y="1718131"/>
            <a:ext cx="3339646" cy="1812736"/>
          </a:xfrm>
          <a:prstGeom prst="rect">
            <a:avLst/>
          </a:prstGeom>
        </p:spPr>
      </p:pic>
    </p:spTree>
    <p:extLst>
      <p:ext uri="{BB962C8B-B14F-4D97-AF65-F5344CB8AC3E}">
        <p14:creationId xmlns:p14="http://schemas.microsoft.com/office/powerpoint/2010/main" val="57108743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26D6AEBB-A4BD-C007-B410-51BBFEEEFCC9}"/>
              </a:ext>
            </a:extLst>
          </p:cNvPr>
          <p:cNvSpPr>
            <a:spLocks noGrp="1"/>
          </p:cNvSpPr>
          <p:nvPr>
            <p:ph type="body" idx="1"/>
          </p:nvPr>
        </p:nvSpPr>
        <p:spPr/>
        <p:txBody>
          <a:bodyPr/>
          <a:lstStyle/>
          <a:p>
            <a:r>
              <a:rPr lang="en-US" dirty="0"/>
              <a:t>Problem title_1 :  </a:t>
            </a:r>
            <a:r>
              <a:rPr lang="en-US" i="1" dirty="0" err="1">
                <a:solidFill>
                  <a:schemeClr val="tx1"/>
                </a:solidFill>
                <a:highlight>
                  <a:srgbClr val="FFFF00"/>
                </a:highlight>
              </a:rPr>
              <a:t>WPE_Layout</a:t>
            </a:r>
            <a:r>
              <a:rPr lang="en-US" i="1" dirty="0">
                <a:solidFill>
                  <a:schemeClr val="tx1"/>
                </a:solidFill>
                <a:highlight>
                  <a:srgbClr val="FFFF00"/>
                </a:highlight>
              </a:rPr>
              <a:t> Optimization</a:t>
            </a:r>
          </a:p>
        </p:txBody>
      </p:sp>
      <p:sp>
        <p:nvSpPr>
          <p:cNvPr id="8" name="TextBox 7">
            <a:extLst>
              <a:ext uri="{FF2B5EF4-FFF2-40B4-BE49-F238E27FC236}">
                <a16:creationId xmlns:a16="http://schemas.microsoft.com/office/drawing/2014/main" id="{FCF91D66-5430-6D5B-9815-20824230C3B5}"/>
              </a:ext>
            </a:extLst>
          </p:cNvPr>
          <p:cNvSpPr txBox="1"/>
          <p:nvPr/>
        </p:nvSpPr>
        <p:spPr>
          <a:xfrm>
            <a:off x="142240" y="806234"/>
            <a:ext cx="11673840" cy="5755422"/>
          </a:xfrm>
          <a:prstGeom prst="rect">
            <a:avLst/>
          </a:prstGeom>
          <a:noFill/>
        </p:spPr>
        <p:txBody>
          <a:bodyPr wrap="square">
            <a:spAutoFit/>
          </a:bodyPr>
          <a:lstStyle/>
          <a:p>
            <a:pPr>
              <a:buNone/>
            </a:pPr>
            <a:r>
              <a:rPr lang="en-US" b="1"/>
              <a:t>What is JPH?</a:t>
            </a:r>
            <a:br>
              <a:rPr lang="en-US"/>
            </a:br>
            <a:r>
              <a:rPr lang="en-US" sz="1600" b="1"/>
              <a:t>JPH (Jobs Per Hour)</a:t>
            </a:r>
            <a:r>
              <a:rPr lang="en-US" sz="1600"/>
              <a:t> is the number of products a production line needs to produce in one hour.</a:t>
            </a:r>
            <a:br>
              <a:rPr lang="en-US" sz="1600"/>
            </a:br>
            <a:r>
              <a:rPr lang="en-US" sz="1600"/>
              <a:t>Example: </a:t>
            </a:r>
            <a:r>
              <a:rPr lang="en-US" sz="1600" b="1"/>
              <a:t>60 JPH = 60 products/hour</a:t>
            </a:r>
            <a:r>
              <a:rPr lang="en-US" sz="1600"/>
              <a:t>.</a:t>
            </a:r>
          </a:p>
          <a:p>
            <a:pPr>
              <a:buNone/>
            </a:pPr>
            <a:endParaRPr lang="en-US" sz="1600"/>
          </a:p>
          <a:p>
            <a:pPr>
              <a:buNone/>
            </a:pPr>
            <a:r>
              <a:rPr lang="en-US" b="1"/>
              <a:t>How is it calculated?</a:t>
            </a:r>
            <a:br>
              <a:rPr lang="en-US"/>
            </a:br>
            <a:r>
              <a:rPr lang="en-US" b="1"/>
              <a:t>Cycle Time = 3600 ÷ JPH</a:t>
            </a:r>
            <a:br>
              <a:rPr lang="en-US"/>
            </a:br>
            <a:r>
              <a:rPr lang="en-US" sz="1600"/>
              <a:t>For 60 JPH → </a:t>
            </a:r>
            <a:r>
              <a:rPr lang="en-US" sz="1600" b="1"/>
              <a:t>3600 ÷ 60 = 60 seconds/job</a:t>
            </a:r>
            <a:r>
              <a:rPr lang="en-US" sz="1600"/>
              <a:t>.</a:t>
            </a:r>
            <a:br>
              <a:rPr lang="en-US" sz="1600"/>
            </a:br>
            <a:r>
              <a:rPr lang="en-US" sz="1600"/>
              <a:t>So, one product needs to be completed approximately every </a:t>
            </a:r>
            <a:r>
              <a:rPr lang="en-US" sz="1600" b="1"/>
              <a:t>60 seconds</a:t>
            </a:r>
            <a:r>
              <a:rPr lang="en-US" sz="1600"/>
              <a:t>.</a:t>
            </a:r>
          </a:p>
          <a:p>
            <a:pPr>
              <a:buNone/>
            </a:pPr>
            <a:endParaRPr lang="en-US" sz="1600"/>
          </a:p>
          <a:p>
            <a:pPr>
              <a:buNone/>
            </a:pPr>
            <a:r>
              <a:rPr lang="en-US" b="1"/>
              <a:t>How do we find the required resources?</a:t>
            </a:r>
            <a:br>
              <a:rPr lang="en-US"/>
            </a:br>
            <a:r>
              <a:rPr lang="en-US" sz="1600"/>
              <a:t>First, identify the work activities and their time. Then compare the work time with the required cycle time.</a:t>
            </a:r>
          </a:p>
          <a:p>
            <a:pPr>
              <a:buNone/>
            </a:pPr>
            <a:br>
              <a:rPr lang="en-US"/>
            </a:br>
            <a:r>
              <a:rPr lang="en-US" b="1"/>
              <a:t>Required Resources ≈ Work Time ÷ Cycle Time</a:t>
            </a:r>
            <a:br>
              <a:rPr lang="en-US"/>
            </a:br>
            <a:r>
              <a:rPr lang="en-US" sz="1600"/>
              <a:t>Example: 120 sec work ÷ 60 sec cycle time = </a:t>
            </a:r>
            <a:r>
              <a:rPr lang="en-US" sz="1600" b="1"/>
              <a:t>2 resources</a:t>
            </a:r>
            <a:r>
              <a:rPr lang="en-US" sz="1600"/>
              <a:t>.</a:t>
            </a:r>
          </a:p>
          <a:p>
            <a:pPr>
              <a:buNone/>
            </a:pPr>
            <a:endParaRPr lang="en-US" sz="1600"/>
          </a:p>
          <a:p>
            <a:pPr>
              <a:buNone/>
            </a:pPr>
            <a:r>
              <a:rPr lang="en-US" b="1"/>
              <a:t>Current Process</a:t>
            </a:r>
            <a:br>
              <a:rPr lang="en-US"/>
            </a:br>
            <a:r>
              <a:rPr lang="en-US" sz="1600"/>
              <a:t>Collect JPH &amp; process data → Calculate resources → Place equipment manually → Check space, flow &amp; movement → Adjust the layout → Repeat.</a:t>
            </a:r>
          </a:p>
          <a:p>
            <a:pPr>
              <a:buNone/>
            </a:pPr>
            <a:endParaRPr lang="en-US" sz="1600"/>
          </a:p>
          <a:p>
            <a:pPr>
              <a:buNone/>
            </a:pPr>
            <a:r>
              <a:rPr lang="en-US" b="1"/>
              <a:t>The Problem</a:t>
            </a:r>
            <a:br>
              <a:rPr lang="en-US"/>
            </a:br>
            <a:r>
              <a:rPr lang="en-US" sz="1600"/>
              <a:t>Factory space is limited, and manually finding the best arrangement can be </a:t>
            </a:r>
            <a:r>
              <a:rPr lang="en-US" sz="1600" b="1"/>
              <a:t>time-consuming, repetitive and dependent on planner experience</a:t>
            </a:r>
            <a:r>
              <a:rPr lang="en-US" sz="1600"/>
              <a:t>.</a:t>
            </a:r>
            <a:endParaRPr lang="en-US"/>
          </a:p>
        </p:txBody>
      </p:sp>
    </p:spTree>
    <p:extLst>
      <p:ext uri="{BB962C8B-B14F-4D97-AF65-F5344CB8AC3E}">
        <p14:creationId xmlns:p14="http://schemas.microsoft.com/office/powerpoint/2010/main" val="133011885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9A40F264-B6CA-0CE4-7659-7DF68145B487}"/>
              </a:ext>
            </a:extLst>
          </p:cNvPr>
          <p:cNvSpPr>
            <a:spLocks noGrp="1"/>
          </p:cNvSpPr>
          <p:nvPr>
            <p:ph type="body" idx="1"/>
          </p:nvPr>
        </p:nvSpPr>
        <p:spPr/>
        <p:txBody>
          <a:bodyPr/>
          <a:lstStyle/>
          <a:p>
            <a:r>
              <a:rPr lang="en-US" dirty="0"/>
              <a:t>Problem title_1:  </a:t>
            </a:r>
            <a:r>
              <a:rPr lang="en-US" i="1" dirty="0" err="1">
                <a:solidFill>
                  <a:schemeClr val="tx1"/>
                </a:solidFill>
                <a:highlight>
                  <a:srgbClr val="FFFF00"/>
                </a:highlight>
              </a:rPr>
              <a:t>WPE_Layout</a:t>
            </a:r>
            <a:r>
              <a:rPr lang="en-US" i="1" dirty="0">
                <a:solidFill>
                  <a:schemeClr val="tx1"/>
                </a:solidFill>
                <a:highlight>
                  <a:srgbClr val="FFFF00"/>
                </a:highlight>
              </a:rPr>
              <a:t> Optimization</a:t>
            </a:r>
          </a:p>
        </p:txBody>
      </p:sp>
      <p:sp>
        <p:nvSpPr>
          <p:cNvPr id="7" name="TextBox 6">
            <a:extLst>
              <a:ext uri="{FF2B5EF4-FFF2-40B4-BE49-F238E27FC236}">
                <a16:creationId xmlns:a16="http://schemas.microsoft.com/office/drawing/2014/main" id="{CA596DA9-D9C5-1039-0FD5-C5A1747B773B}"/>
              </a:ext>
            </a:extLst>
          </p:cNvPr>
          <p:cNvSpPr txBox="1"/>
          <p:nvPr/>
        </p:nvSpPr>
        <p:spPr>
          <a:xfrm>
            <a:off x="108257" y="882141"/>
            <a:ext cx="11389360" cy="369332"/>
          </a:xfrm>
          <a:prstGeom prst="rect">
            <a:avLst/>
          </a:prstGeom>
          <a:noFill/>
        </p:spPr>
        <p:txBody>
          <a:bodyPr wrap="square" rtlCol="0">
            <a:spAutoFit/>
          </a:bodyPr>
          <a:lstStyle/>
          <a:p>
            <a:r>
              <a:rPr lang="en-US"/>
              <a:t>Two Stations to be build in the allocated area </a:t>
            </a:r>
          </a:p>
        </p:txBody>
      </p:sp>
      <p:graphicFrame>
        <p:nvGraphicFramePr>
          <p:cNvPr id="8" name="Table 7">
            <a:extLst>
              <a:ext uri="{FF2B5EF4-FFF2-40B4-BE49-F238E27FC236}">
                <a16:creationId xmlns:a16="http://schemas.microsoft.com/office/drawing/2014/main" id="{5629CF46-7D91-70A0-85FD-070A666F5603}"/>
              </a:ext>
            </a:extLst>
          </p:cNvPr>
          <p:cNvGraphicFramePr>
            <a:graphicFrameLocks noGrp="1"/>
          </p:cNvGraphicFramePr>
          <p:nvPr>
            <p:extLst>
              <p:ext uri="{D42A27DB-BD31-4B8C-83A1-F6EECF244321}">
                <p14:modId xmlns:p14="http://schemas.microsoft.com/office/powerpoint/2010/main" val="1140787262"/>
              </p:ext>
            </p:extLst>
          </p:nvPr>
        </p:nvGraphicFramePr>
        <p:xfrm>
          <a:off x="258556" y="1877726"/>
          <a:ext cx="3632724" cy="4104640"/>
        </p:xfrm>
        <a:graphic>
          <a:graphicData uri="http://schemas.openxmlformats.org/drawingml/2006/table">
            <a:tbl>
              <a:tblPr firstRow="1" bandRow="1">
                <a:tableStyleId>{5C22544A-7EE6-4342-B048-85BDC9FD1C3A}</a:tableStyleId>
              </a:tblPr>
              <a:tblGrid>
                <a:gridCol w="606743">
                  <a:extLst>
                    <a:ext uri="{9D8B030D-6E8A-4147-A177-3AD203B41FA5}">
                      <a16:colId xmlns:a16="http://schemas.microsoft.com/office/drawing/2014/main" val="2149057785"/>
                    </a:ext>
                  </a:extLst>
                </a:gridCol>
                <a:gridCol w="1615142">
                  <a:extLst>
                    <a:ext uri="{9D8B030D-6E8A-4147-A177-3AD203B41FA5}">
                      <a16:colId xmlns:a16="http://schemas.microsoft.com/office/drawing/2014/main" val="1567190975"/>
                    </a:ext>
                  </a:extLst>
                </a:gridCol>
                <a:gridCol w="1410839">
                  <a:extLst>
                    <a:ext uri="{9D8B030D-6E8A-4147-A177-3AD203B41FA5}">
                      <a16:colId xmlns:a16="http://schemas.microsoft.com/office/drawing/2014/main" val="3742377783"/>
                    </a:ext>
                  </a:extLst>
                </a:gridCol>
              </a:tblGrid>
              <a:tr h="370840">
                <a:tc>
                  <a:txBody>
                    <a:bodyPr/>
                    <a:lstStyle/>
                    <a:p>
                      <a:r>
                        <a:rPr lang="en-US"/>
                        <a:t>S.No</a:t>
                      </a:r>
                    </a:p>
                  </a:txBody>
                  <a:tcPr/>
                </a:tc>
                <a:tc>
                  <a:txBody>
                    <a:bodyPr/>
                    <a:lstStyle/>
                    <a:p>
                      <a:r>
                        <a:rPr lang="en-US"/>
                        <a:t>Equipment / Resource </a:t>
                      </a:r>
                    </a:p>
                  </a:txBody>
                  <a:tcPr/>
                </a:tc>
                <a:tc>
                  <a:txBody>
                    <a:bodyPr/>
                    <a:lstStyle/>
                    <a:p>
                      <a:r>
                        <a:rPr lang="en-US"/>
                        <a:t>Numbers of equipment's </a:t>
                      </a:r>
                    </a:p>
                  </a:txBody>
                  <a:tcPr/>
                </a:tc>
                <a:extLst>
                  <a:ext uri="{0D108BD9-81ED-4DB2-BD59-A6C34878D82A}">
                    <a16:rowId xmlns:a16="http://schemas.microsoft.com/office/drawing/2014/main" val="1506108222"/>
                  </a:ext>
                </a:extLst>
              </a:tr>
              <a:tr h="370840">
                <a:tc>
                  <a:txBody>
                    <a:bodyPr/>
                    <a:lstStyle/>
                    <a:p>
                      <a:r>
                        <a:rPr lang="en-US"/>
                        <a:t>1</a:t>
                      </a:r>
                    </a:p>
                  </a:txBody>
                  <a:tcPr/>
                </a:tc>
                <a:tc>
                  <a:txBody>
                    <a:bodyPr/>
                    <a:lstStyle/>
                    <a:p>
                      <a:r>
                        <a:rPr lang="en-US"/>
                        <a:t>Loading Fixture </a:t>
                      </a:r>
                    </a:p>
                  </a:txBody>
                  <a:tcPr/>
                </a:tc>
                <a:tc>
                  <a:txBody>
                    <a:bodyPr/>
                    <a:lstStyle/>
                    <a:p>
                      <a:r>
                        <a:rPr lang="en-US"/>
                        <a:t>1</a:t>
                      </a:r>
                    </a:p>
                  </a:txBody>
                  <a:tcPr/>
                </a:tc>
                <a:extLst>
                  <a:ext uri="{0D108BD9-81ED-4DB2-BD59-A6C34878D82A}">
                    <a16:rowId xmlns:a16="http://schemas.microsoft.com/office/drawing/2014/main" val="2614034571"/>
                  </a:ext>
                </a:extLst>
              </a:tr>
              <a:tr h="370840">
                <a:tc>
                  <a:txBody>
                    <a:bodyPr/>
                    <a:lstStyle/>
                    <a:p>
                      <a:r>
                        <a:rPr lang="en-US"/>
                        <a:t>2</a:t>
                      </a:r>
                    </a:p>
                  </a:txBody>
                  <a:tcPr/>
                </a:tc>
                <a:tc>
                  <a:txBody>
                    <a:bodyPr/>
                    <a:lstStyle/>
                    <a:p>
                      <a:r>
                        <a:rPr lang="en-US"/>
                        <a:t>Robots</a:t>
                      </a:r>
                    </a:p>
                  </a:txBody>
                  <a:tcPr/>
                </a:tc>
                <a:tc>
                  <a:txBody>
                    <a:bodyPr/>
                    <a:lstStyle/>
                    <a:p>
                      <a:r>
                        <a:rPr lang="en-US"/>
                        <a:t>3</a:t>
                      </a:r>
                    </a:p>
                  </a:txBody>
                  <a:tcPr/>
                </a:tc>
                <a:extLst>
                  <a:ext uri="{0D108BD9-81ED-4DB2-BD59-A6C34878D82A}">
                    <a16:rowId xmlns:a16="http://schemas.microsoft.com/office/drawing/2014/main" val="1217681613"/>
                  </a:ext>
                </a:extLst>
              </a:tr>
              <a:tr h="370840">
                <a:tc>
                  <a:txBody>
                    <a:bodyPr/>
                    <a:lstStyle/>
                    <a:p>
                      <a:r>
                        <a:rPr lang="en-US"/>
                        <a:t>3</a:t>
                      </a:r>
                    </a:p>
                  </a:txBody>
                  <a:tcPr/>
                </a:tc>
                <a:tc>
                  <a:txBody>
                    <a:bodyPr/>
                    <a:lstStyle/>
                    <a:p>
                      <a:r>
                        <a:rPr lang="en-US"/>
                        <a:t>Robots' controller </a:t>
                      </a:r>
                    </a:p>
                  </a:txBody>
                  <a:tcPr/>
                </a:tc>
                <a:tc>
                  <a:txBody>
                    <a:bodyPr/>
                    <a:lstStyle/>
                    <a:p>
                      <a:r>
                        <a:rPr lang="en-US"/>
                        <a:t>3</a:t>
                      </a:r>
                    </a:p>
                  </a:txBody>
                  <a:tcPr/>
                </a:tc>
                <a:extLst>
                  <a:ext uri="{0D108BD9-81ED-4DB2-BD59-A6C34878D82A}">
                    <a16:rowId xmlns:a16="http://schemas.microsoft.com/office/drawing/2014/main" val="2567917990"/>
                  </a:ext>
                </a:extLst>
              </a:tr>
              <a:tr h="370840">
                <a:tc>
                  <a:txBody>
                    <a:bodyPr/>
                    <a:lstStyle/>
                    <a:p>
                      <a:r>
                        <a:rPr lang="en-US"/>
                        <a:t>4</a:t>
                      </a:r>
                    </a:p>
                  </a:txBody>
                  <a:tcPr/>
                </a:tc>
                <a:tc>
                  <a:txBody>
                    <a:bodyPr/>
                    <a:lstStyle/>
                    <a:p>
                      <a:r>
                        <a:rPr lang="en-US"/>
                        <a:t>Machine  1 </a:t>
                      </a:r>
                    </a:p>
                  </a:txBody>
                  <a:tcPr/>
                </a:tc>
                <a:tc>
                  <a:txBody>
                    <a:bodyPr/>
                    <a:lstStyle/>
                    <a:p>
                      <a:r>
                        <a:rPr lang="en-US"/>
                        <a:t>1</a:t>
                      </a:r>
                    </a:p>
                  </a:txBody>
                  <a:tcPr/>
                </a:tc>
                <a:extLst>
                  <a:ext uri="{0D108BD9-81ED-4DB2-BD59-A6C34878D82A}">
                    <a16:rowId xmlns:a16="http://schemas.microsoft.com/office/drawing/2014/main" val="1105340080"/>
                  </a:ext>
                </a:extLst>
              </a:tr>
              <a:tr h="370840">
                <a:tc>
                  <a:txBody>
                    <a:bodyPr/>
                    <a:lstStyle/>
                    <a:p>
                      <a:r>
                        <a:rPr lang="en-US"/>
                        <a:t>5</a:t>
                      </a:r>
                    </a:p>
                  </a:txBody>
                  <a:tcPr/>
                </a:tc>
                <a:tc>
                  <a:txBody>
                    <a:bodyPr/>
                    <a:lstStyle/>
                    <a:p>
                      <a:r>
                        <a:rPr lang="en-US"/>
                        <a:t>Machine 2 </a:t>
                      </a:r>
                    </a:p>
                  </a:txBody>
                  <a:tcPr/>
                </a:tc>
                <a:tc>
                  <a:txBody>
                    <a:bodyPr/>
                    <a:lstStyle/>
                    <a:p>
                      <a:r>
                        <a:rPr lang="en-US"/>
                        <a:t>1</a:t>
                      </a:r>
                    </a:p>
                  </a:txBody>
                  <a:tcPr/>
                </a:tc>
                <a:extLst>
                  <a:ext uri="{0D108BD9-81ED-4DB2-BD59-A6C34878D82A}">
                    <a16:rowId xmlns:a16="http://schemas.microsoft.com/office/drawing/2014/main" val="420112407"/>
                  </a:ext>
                </a:extLst>
              </a:tr>
              <a:tr h="370840">
                <a:tc>
                  <a:txBody>
                    <a:bodyPr/>
                    <a:lstStyle/>
                    <a:p>
                      <a:r>
                        <a:rPr lang="en-US"/>
                        <a:t>6</a:t>
                      </a:r>
                    </a:p>
                  </a:txBody>
                  <a:tcPr/>
                </a:tc>
                <a:tc>
                  <a:txBody>
                    <a:bodyPr/>
                    <a:lstStyle/>
                    <a:p>
                      <a:r>
                        <a:rPr lang="en-US"/>
                        <a:t> Unload Fixture </a:t>
                      </a:r>
                    </a:p>
                  </a:txBody>
                  <a:tcPr/>
                </a:tc>
                <a:tc>
                  <a:txBody>
                    <a:bodyPr/>
                    <a:lstStyle/>
                    <a:p>
                      <a:r>
                        <a:rPr lang="en-US"/>
                        <a:t>1</a:t>
                      </a:r>
                    </a:p>
                  </a:txBody>
                  <a:tcPr/>
                </a:tc>
                <a:extLst>
                  <a:ext uri="{0D108BD9-81ED-4DB2-BD59-A6C34878D82A}">
                    <a16:rowId xmlns:a16="http://schemas.microsoft.com/office/drawing/2014/main" val="1830757096"/>
                  </a:ext>
                </a:extLst>
              </a:tr>
              <a:tr h="370840">
                <a:tc>
                  <a:txBody>
                    <a:bodyPr/>
                    <a:lstStyle/>
                    <a:p>
                      <a:r>
                        <a:rPr lang="en-US"/>
                        <a:t>7</a:t>
                      </a:r>
                    </a:p>
                  </a:txBody>
                  <a:tcPr/>
                </a:tc>
                <a:tc>
                  <a:txBody>
                    <a:bodyPr/>
                    <a:lstStyle/>
                    <a:p>
                      <a:r>
                        <a:rPr lang="en-US"/>
                        <a:t>Safety zone </a:t>
                      </a:r>
                    </a:p>
                  </a:txBody>
                  <a:tcPr/>
                </a:tc>
                <a:tc>
                  <a:txBody>
                    <a:bodyPr/>
                    <a:lstStyle/>
                    <a:p>
                      <a:r>
                        <a:rPr lang="en-US"/>
                        <a:t>2</a:t>
                      </a:r>
                    </a:p>
                  </a:txBody>
                  <a:tcPr/>
                </a:tc>
                <a:extLst>
                  <a:ext uri="{0D108BD9-81ED-4DB2-BD59-A6C34878D82A}">
                    <a16:rowId xmlns:a16="http://schemas.microsoft.com/office/drawing/2014/main" val="1590625483"/>
                  </a:ext>
                </a:extLst>
              </a:tr>
              <a:tr h="370840">
                <a:tc>
                  <a:txBody>
                    <a:bodyPr/>
                    <a:lstStyle/>
                    <a:p>
                      <a:r>
                        <a:rPr lang="en-US"/>
                        <a:t>8</a:t>
                      </a:r>
                    </a:p>
                  </a:txBody>
                  <a:tcPr/>
                </a:tc>
                <a:tc>
                  <a:txBody>
                    <a:bodyPr/>
                    <a:lstStyle/>
                    <a:p>
                      <a:r>
                        <a:rPr lang="en-US"/>
                        <a:t>Material storage  trolley 1</a:t>
                      </a:r>
                    </a:p>
                  </a:txBody>
                  <a:tcPr/>
                </a:tc>
                <a:tc>
                  <a:txBody>
                    <a:bodyPr/>
                    <a:lstStyle/>
                    <a:p>
                      <a:r>
                        <a:rPr lang="en-US"/>
                        <a:t>8</a:t>
                      </a:r>
                    </a:p>
                  </a:txBody>
                  <a:tcPr/>
                </a:tc>
                <a:extLst>
                  <a:ext uri="{0D108BD9-81ED-4DB2-BD59-A6C34878D82A}">
                    <a16:rowId xmlns:a16="http://schemas.microsoft.com/office/drawing/2014/main" val="1588033637"/>
                  </a:ext>
                </a:extLst>
              </a:tr>
              <a:tr h="370840">
                <a:tc>
                  <a:txBody>
                    <a:bodyPr/>
                    <a:lstStyle/>
                    <a:p>
                      <a:r>
                        <a:rPr lang="en-US"/>
                        <a:t>9</a:t>
                      </a:r>
                    </a:p>
                  </a:txBody>
                  <a:tcPr/>
                </a:tc>
                <a:tc>
                  <a:txBody>
                    <a:bodyPr/>
                    <a:lstStyle/>
                    <a:p>
                      <a:r>
                        <a:rPr lang="en-US"/>
                        <a:t>Material Storage trolley 2</a:t>
                      </a:r>
                    </a:p>
                  </a:txBody>
                  <a:tcPr/>
                </a:tc>
                <a:tc>
                  <a:txBody>
                    <a:bodyPr/>
                    <a:lstStyle/>
                    <a:p>
                      <a:r>
                        <a:rPr lang="en-US"/>
                        <a:t>1</a:t>
                      </a:r>
                    </a:p>
                  </a:txBody>
                  <a:tcPr/>
                </a:tc>
                <a:extLst>
                  <a:ext uri="{0D108BD9-81ED-4DB2-BD59-A6C34878D82A}">
                    <a16:rowId xmlns:a16="http://schemas.microsoft.com/office/drawing/2014/main" val="2558356654"/>
                  </a:ext>
                </a:extLst>
              </a:tr>
            </a:tbl>
          </a:graphicData>
        </a:graphic>
      </p:graphicFrame>
      <p:sp>
        <p:nvSpPr>
          <p:cNvPr id="10" name="TextBox 9">
            <a:extLst>
              <a:ext uri="{FF2B5EF4-FFF2-40B4-BE49-F238E27FC236}">
                <a16:creationId xmlns:a16="http://schemas.microsoft.com/office/drawing/2014/main" id="{CC2797BD-4194-E89B-023B-0148FEC09C83}"/>
              </a:ext>
            </a:extLst>
          </p:cNvPr>
          <p:cNvSpPr txBox="1"/>
          <p:nvPr/>
        </p:nvSpPr>
        <p:spPr>
          <a:xfrm>
            <a:off x="258555" y="1508394"/>
            <a:ext cx="1549223" cy="369332"/>
          </a:xfrm>
          <a:prstGeom prst="rect">
            <a:avLst/>
          </a:prstGeom>
          <a:noFill/>
        </p:spPr>
        <p:txBody>
          <a:bodyPr wrap="square" rtlCol="0">
            <a:spAutoFit/>
          </a:bodyPr>
          <a:lstStyle/>
          <a:p>
            <a:r>
              <a:rPr lang="en-US" b="1"/>
              <a:t>Station 1</a:t>
            </a:r>
            <a:r>
              <a:rPr lang="en-US"/>
              <a:t>: </a:t>
            </a:r>
          </a:p>
        </p:txBody>
      </p:sp>
      <p:graphicFrame>
        <p:nvGraphicFramePr>
          <p:cNvPr id="12" name="Table 11">
            <a:extLst>
              <a:ext uri="{FF2B5EF4-FFF2-40B4-BE49-F238E27FC236}">
                <a16:creationId xmlns:a16="http://schemas.microsoft.com/office/drawing/2014/main" id="{EBEB0079-A737-D8F6-1C44-02A18F43A848}"/>
              </a:ext>
            </a:extLst>
          </p:cNvPr>
          <p:cNvGraphicFramePr>
            <a:graphicFrameLocks noGrp="1"/>
          </p:cNvGraphicFramePr>
          <p:nvPr>
            <p:extLst>
              <p:ext uri="{D42A27DB-BD31-4B8C-83A1-F6EECF244321}">
                <p14:modId xmlns:p14="http://schemas.microsoft.com/office/powerpoint/2010/main" val="1854994212"/>
              </p:ext>
            </p:extLst>
          </p:nvPr>
        </p:nvGraphicFramePr>
        <p:xfrm>
          <a:off x="6791436" y="1877726"/>
          <a:ext cx="3846084" cy="4104640"/>
        </p:xfrm>
        <a:graphic>
          <a:graphicData uri="http://schemas.openxmlformats.org/drawingml/2006/table">
            <a:tbl>
              <a:tblPr firstRow="1" bandRow="1">
                <a:tableStyleId>{5C22544A-7EE6-4342-B048-85BDC9FD1C3A}</a:tableStyleId>
              </a:tblPr>
              <a:tblGrid>
                <a:gridCol w="584290">
                  <a:extLst>
                    <a:ext uri="{9D8B030D-6E8A-4147-A177-3AD203B41FA5}">
                      <a16:colId xmlns:a16="http://schemas.microsoft.com/office/drawing/2014/main" val="2149057785"/>
                    </a:ext>
                  </a:extLst>
                </a:gridCol>
                <a:gridCol w="1555375">
                  <a:extLst>
                    <a:ext uri="{9D8B030D-6E8A-4147-A177-3AD203B41FA5}">
                      <a16:colId xmlns:a16="http://schemas.microsoft.com/office/drawing/2014/main" val="1567190975"/>
                    </a:ext>
                  </a:extLst>
                </a:gridCol>
                <a:gridCol w="1706419">
                  <a:extLst>
                    <a:ext uri="{9D8B030D-6E8A-4147-A177-3AD203B41FA5}">
                      <a16:colId xmlns:a16="http://schemas.microsoft.com/office/drawing/2014/main" val="3742377783"/>
                    </a:ext>
                  </a:extLst>
                </a:gridCol>
              </a:tblGrid>
              <a:tr h="370840">
                <a:tc>
                  <a:txBody>
                    <a:bodyPr/>
                    <a:lstStyle/>
                    <a:p>
                      <a:r>
                        <a:rPr lang="en-US" err="1"/>
                        <a:t>S.No</a:t>
                      </a:r>
                      <a:endParaRPr lang="en-US"/>
                    </a:p>
                  </a:txBody>
                  <a:tcPr/>
                </a:tc>
                <a:tc>
                  <a:txBody>
                    <a:bodyPr/>
                    <a:lstStyle/>
                    <a:p>
                      <a:r>
                        <a:rPr lang="en-US"/>
                        <a:t>Equipment / Resource </a:t>
                      </a:r>
                    </a:p>
                  </a:txBody>
                  <a:tcPr/>
                </a:tc>
                <a:tc>
                  <a:txBody>
                    <a:bodyPr/>
                    <a:lstStyle/>
                    <a:p>
                      <a:r>
                        <a:rPr lang="en-US"/>
                        <a:t>Numbers of equipment's </a:t>
                      </a:r>
                    </a:p>
                  </a:txBody>
                  <a:tcPr/>
                </a:tc>
                <a:extLst>
                  <a:ext uri="{0D108BD9-81ED-4DB2-BD59-A6C34878D82A}">
                    <a16:rowId xmlns:a16="http://schemas.microsoft.com/office/drawing/2014/main" val="1506108222"/>
                  </a:ext>
                </a:extLst>
              </a:tr>
              <a:tr h="370840">
                <a:tc>
                  <a:txBody>
                    <a:bodyPr/>
                    <a:lstStyle/>
                    <a:p>
                      <a:r>
                        <a:rPr lang="en-US"/>
                        <a:t>1</a:t>
                      </a:r>
                    </a:p>
                  </a:txBody>
                  <a:tcPr/>
                </a:tc>
                <a:tc>
                  <a:txBody>
                    <a:bodyPr/>
                    <a:lstStyle/>
                    <a:p>
                      <a:r>
                        <a:rPr lang="en-US"/>
                        <a:t>Loading Fixture </a:t>
                      </a:r>
                    </a:p>
                  </a:txBody>
                  <a:tcPr/>
                </a:tc>
                <a:tc>
                  <a:txBody>
                    <a:bodyPr/>
                    <a:lstStyle/>
                    <a:p>
                      <a:r>
                        <a:rPr lang="en-US"/>
                        <a:t>1</a:t>
                      </a:r>
                    </a:p>
                  </a:txBody>
                  <a:tcPr/>
                </a:tc>
                <a:extLst>
                  <a:ext uri="{0D108BD9-81ED-4DB2-BD59-A6C34878D82A}">
                    <a16:rowId xmlns:a16="http://schemas.microsoft.com/office/drawing/2014/main" val="2614034571"/>
                  </a:ext>
                </a:extLst>
              </a:tr>
              <a:tr h="370840">
                <a:tc>
                  <a:txBody>
                    <a:bodyPr/>
                    <a:lstStyle/>
                    <a:p>
                      <a:r>
                        <a:rPr lang="en-US"/>
                        <a:t>2</a:t>
                      </a:r>
                    </a:p>
                  </a:txBody>
                  <a:tcPr/>
                </a:tc>
                <a:tc>
                  <a:txBody>
                    <a:bodyPr/>
                    <a:lstStyle/>
                    <a:p>
                      <a:r>
                        <a:rPr lang="en-US"/>
                        <a:t>Robots</a:t>
                      </a:r>
                    </a:p>
                  </a:txBody>
                  <a:tcPr/>
                </a:tc>
                <a:tc>
                  <a:txBody>
                    <a:bodyPr/>
                    <a:lstStyle/>
                    <a:p>
                      <a:r>
                        <a:rPr lang="en-US"/>
                        <a:t>5</a:t>
                      </a:r>
                    </a:p>
                  </a:txBody>
                  <a:tcPr/>
                </a:tc>
                <a:extLst>
                  <a:ext uri="{0D108BD9-81ED-4DB2-BD59-A6C34878D82A}">
                    <a16:rowId xmlns:a16="http://schemas.microsoft.com/office/drawing/2014/main" val="1217681613"/>
                  </a:ext>
                </a:extLst>
              </a:tr>
              <a:tr h="370840">
                <a:tc>
                  <a:txBody>
                    <a:bodyPr/>
                    <a:lstStyle/>
                    <a:p>
                      <a:r>
                        <a:rPr lang="en-US"/>
                        <a:t>3</a:t>
                      </a:r>
                    </a:p>
                  </a:txBody>
                  <a:tcPr/>
                </a:tc>
                <a:tc>
                  <a:txBody>
                    <a:bodyPr/>
                    <a:lstStyle/>
                    <a:p>
                      <a:r>
                        <a:rPr lang="en-US"/>
                        <a:t>Robots' controller </a:t>
                      </a:r>
                    </a:p>
                  </a:txBody>
                  <a:tcPr/>
                </a:tc>
                <a:tc>
                  <a:txBody>
                    <a:bodyPr/>
                    <a:lstStyle/>
                    <a:p>
                      <a:r>
                        <a:rPr lang="en-US"/>
                        <a:t>5</a:t>
                      </a:r>
                    </a:p>
                  </a:txBody>
                  <a:tcPr/>
                </a:tc>
                <a:extLst>
                  <a:ext uri="{0D108BD9-81ED-4DB2-BD59-A6C34878D82A}">
                    <a16:rowId xmlns:a16="http://schemas.microsoft.com/office/drawing/2014/main" val="2567917990"/>
                  </a:ext>
                </a:extLst>
              </a:tr>
              <a:tr h="370840">
                <a:tc>
                  <a:txBody>
                    <a:bodyPr/>
                    <a:lstStyle/>
                    <a:p>
                      <a:r>
                        <a:rPr lang="en-US"/>
                        <a:t>4</a:t>
                      </a:r>
                    </a:p>
                  </a:txBody>
                  <a:tcPr/>
                </a:tc>
                <a:tc>
                  <a:txBody>
                    <a:bodyPr/>
                    <a:lstStyle/>
                    <a:p>
                      <a:r>
                        <a:rPr lang="en-US"/>
                        <a:t>Machine  1 </a:t>
                      </a:r>
                    </a:p>
                  </a:txBody>
                  <a:tcPr/>
                </a:tc>
                <a:tc>
                  <a:txBody>
                    <a:bodyPr/>
                    <a:lstStyle/>
                    <a:p>
                      <a:r>
                        <a:rPr lang="en-US"/>
                        <a:t>1</a:t>
                      </a:r>
                    </a:p>
                  </a:txBody>
                  <a:tcPr/>
                </a:tc>
                <a:extLst>
                  <a:ext uri="{0D108BD9-81ED-4DB2-BD59-A6C34878D82A}">
                    <a16:rowId xmlns:a16="http://schemas.microsoft.com/office/drawing/2014/main" val="1105340080"/>
                  </a:ext>
                </a:extLst>
              </a:tr>
              <a:tr h="370840">
                <a:tc>
                  <a:txBody>
                    <a:bodyPr/>
                    <a:lstStyle/>
                    <a:p>
                      <a:r>
                        <a:rPr lang="en-US"/>
                        <a:t>5</a:t>
                      </a:r>
                    </a:p>
                  </a:txBody>
                  <a:tcPr/>
                </a:tc>
                <a:tc>
                  <a:txBody>
                    <a:bodyPr/>
                    <a:lstStyle/>
                    <a:p>
                      <a:r>
                        <a:rPr lang="en-US"/>
                        <a:t>Machine 2 </a:t>
                      </a:r>
                    </a:p>
                  </a:txBody>
                  <a:tcPr/>
                </a:tc>
                <a:tc>
                  <a:txBody>
                    <a:bodyPr/>
                    <a:lstStyle/>
                    <a:p>
                      <a:r>
                        <a:rPr lang="en-US"/>
                        <a:t>0</a:t>
                      </a:r>
                    </a:p>
                  </a:txBody>
                  <a:tcPr/>
                </a:tc>
                <a:extLst>
                  <a:ext uri="{0D108BD9-81ED-4DB2-BD59-A6C34878D82A}">
                    <a16:rowId xmlns:a16="http://schemas.microsoft.com/office/drawing/2014/main" val="420112407"/>
                  </a:ext>
                </a:extLst>
              </a:tr>
              <a:tr h="370840">
                <a:tc>
                  <a:txBody>
                    <a:bodyPr/>
                    <a:lstStyle/>
                    <a:p>
                      <a:r>
                        <a:rPr lang="en-US"/>
                        <a:t>6</a:t>
                      </a:r>
                    </a:p>
                  </a:txBody>
                  <a:tcPr/>
                </a:tc>
                <a:tc>
                  <a:txBody>
                    <a:bodyPr/>
                    <a:lstStyle/>
                    <a:p>
                      <a:r>
                        <a:rPr lang="en-US"/>
                        <a:t> Unload Fixture </a:t>
                      </a:r>
                    </a:p>
                  </a:txBody>
                  <a:tcPr/>
                </a:tc>
                <a:tc>
                  <a:txBody>
                    <a:bodyPr/>
                    <a:lstStyle/>
                    <a:p>
                      <a:r>
                        <a:rPr lang="en-US"/>
                        <a:t>1</a:t>
                      </a:r>
                    </a:p>
                  </a:txBody>
                  <a:tcPr/>
                </a:tc>
                <a:extLst>
                  <a:ext uri="{0D108BD9-81ED-4DB2-BD59-A6C34878D82A}">
                    <a16:rowId xmlns:a16="http://schemas.microsoft.com/office/drawing/2014/main" val="1830757096"/>
                  </a:ext>
                </a:extLst>
              </a:tr>
              <a:tr h="370840">
                <a:tc>
                  <a:txBody>
                    <a:bodyPr/>
                    <a:lstStyle/>
                    <a:p>
                      <a:r>
                        <a:rPr lang="en-US"/>
                        <a:t>7</a:t>
                      </a:r>
                    </a:p>
                  </a:txBody>
                  <a:tcPr/>
                </a:tc>
                <a:tc>
                  <a:txBody>
                    <a:bodyPr/>
                    <a:lstStyle/>
                    <a:p>
                      <a:r>
                        <a:rPr lang="en-US"/>
                        <a:t>Safety zone </a:t>
                      </a:r>
                    </a:p>
                  </a:txBody>
                  <a:tcPr/>
                </a:tc>
                <a:tc>
                  <a:txBody>
                    <a:bodyPr/>
                    <a:lstStyle/>
                    <a:p>
                      <a:r>
                        <a:rPr lang="en-US"/>
                        <a:t>2</a:t>
                      </a:r>
                    </a:p>
                  </a:txBody>
                  <a:tcPr/>
                </a:tc>
                <a:extLst>
                  <a:ext uri="{0D108BD9-81ED-4DB2-BD59-A6C34878D82A}">
                    <a16:rowId xmlns:a16="http://schemas.microsoft.com/office/drawing/2014/main" val="1590625483"/>
                  </a:ext>
                </a:extLst>
              </a:tr>
              <a:tr h="370840">
                <a:tc>
                  <a:txBody>
                    <a:bodyPr/>
                    <a:lstStyle/>
                    <a:p>
                      <a:r>
                        <a:rPr lang="en-US"/>
                        <a:t>8</a:t>
                      </a:r>
                    </a:p>
                  </a:txBody>
                  <a:tcPr/>
                </a:tc>
                <a:tc>
                  <a:txBody>
                    <a:bodyPr/>
                    <a:lstStyle/>
                    <a:p>
                      <a:r>
                        <a:rPr lang="en-US"/>
                        <a:t>Material storage  trolley 1</a:t>
                      </a:r>
                    </a:p>
                  </a:txBody>
                  <a:tcPr/>
                </a:tc>
                <a:tc>
                  <a:txBody>
                    <a:bodyPr/>
                    <a:lstStyle/>
                    <a:p>
                      <a:r>
                        <a:rPr lang="en-US"/>
                        <a:t>8</a:t>
                      </a:r>
                    </a:p>
                  </a:txBody>
                  <a:tcPr/>
                </a:tc>
                <a:extLst>
                  <a:ext uri="{0D108BD9-81ED-4DB2-BD59-A6C34878D82A}">
                    <a16:rowId xmlns:a16="http://schemas.microsoft.com/office/drawing/2014/main" val="1588033637"/>
                  </a:ext>
                </a:extLst>
              </a:tr>
              <a:tr h="370840">
                <a:tc>
                  <a:txBody>
                    <a:bodyPr/>
                    <a:lstStyle/>
                    <a:p>
                      <a:r>
                        <a:rPr lang="en-US"/>
                        <a:t>9</a:t>
                      </a:r>
                    </a:p>
                  </a:txBody>
                  <a:tcPr/>
                </a:tc>
                <a:tc>
                  <a:txBody>
                    <a:bodyPr/>
                    <a:lstStyle/>
                    <a:p>
                      <a:r>
                        <a:rPr lang="en-US"/>
                        <a:t>Material Storage trolley 2</a:t>
                      </a:r>
                    </a:p>
                  </a:txBody>
                  <a:tcPr/>
                </a:tc>
                <a:tc>
                  <a:txBody>
                    <a:bodyPr/>
                    <a:lstStyle/>
                    <a:p>
                      <a:r>
                        <a:rPr lang="en-US"/>
                        <a:t>2</a:t>
                      </a:r>
                    </a:p>
                  </a:txBody>
                  <a:tcPr/>
                </a:tc>
                <a:extLst>
                  <a:ext uri="{0D108BD9-81ED-4DB2-BD59-A6C34878D82A}">
                    <a16:rowId xmlns:a16="http://schemas.microsoft.com/office/drawing/2014/main" val="2558356654"/>
                  </a:ext>
                </a:extLst>
              </a:tr>
            </a:tbl>
          </a:graphicData>
        </a:graphic>
      </p:graphicFrame>
      <p:sp>
        <p:nvSpPr>
          <p:cNvPr id="14" name="TextBox 13">
            <a:extLst>
              <a:ext uri="{FF2B5EF4-FFF2-40B4-BE49-F238E27FC236}">
                <a16:creationId xmlns:a16="http://schemas.microsoft.com/office/drawing/2014/main" id="{056DFD6C-0276-A8AB-33BC-FCB22EAF30D8}"/>
              </a:ext>
            </a:extLst>
          </p:cNvPr>
          <p:cNvSpPr txBox="1"/>
          <p:nvPr/>
        </p:nvSpPr>
        <p:spPr>
          <a:xfrm>
            <a:off x="6791435" y="1508394"/>
            <a:ext cx="1549223" cy="369332"/>
          </a:xfrm>
          <a:prstGeom prst="rect">
            <a:avLst/>
          </a:prstGeom>
          <a:noFill/>
        </p:spPr>
        <p:txBody>
          <a:bodyPr wrap="square" rtlCol="0">
            <a:spAutoFit/>
          </a:bodyPr>
          <a:lstStyle/>
          <a:p>
            <a:r>
              <a:rPr lang="en-US" b="1"/>
              <a:t>Station 2</a:t>
            </a:r>
            <a:r>
              <a:rPr lang="en-US"/>
              <a:t>: </a:t>
            </a:r>
          </a:p>
        </p:txBody>
      </p:sp>
    </p:spTree>
    <p:extLst>
      <p:ext uri="{BB962C8B-B14F-4D97-AF65-F5344CB8AC3E}">
        <p14:creationId xmlns:p14="http://schemas.microsoft.com/office/powerpoint/2010/main" val="199164796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24AC6DD5-989A-474E-B36B-AF6C8BC7BDC3}"/>
              </a:ext>
            </a:extLst>
          </p:cNvPr>
          <p:cNvSpPr>
            <a:spLocks noGrp="1"/>
          </p:cNvSpPr>
          <p:nvPr>
            <p:ph type="title"/>
          </p:nvPr>
        </p:nvSpPr>
        <p:spPr>
          <a:xfrm>
            <a:off x="4149409" y="2875279"/>
            <a:ext cx="4374831" cy="1027779"/>
          </a:xfrm>
        </p:spPr>
        <p:txBody>
          <a:bodyPr/>
          <a:lstStyle/>
          <a:p>
            <a:r>
              <a:rPr lang="en-US" noProof="0"/>
              <a:t>THANK YOU</a:t>
            </a:r>
          </a:p>
        </p:txBody>
      </p:sp>
    </p:spTree>
    <p:extLst>
      <p:ext uri="{BB962C8B-B14F-4D97-AF65-F5344CB8AC3E}">
        <p14:creationId xmlns:p14="http://schemas.microsoft.com/office/powerpoint/2010/main" val="2623056222"/>
      </p:ext>
    </p:extLst>
  </p:cSld>
  <p:clrMapOvr>
    <a:masterClrMapping/>
  </p:clrMapOvr>
</p:sld>
</file>

<file path=ppt/theme/theme1.xml><?xml version="1.0" encoding="utf-8"?>
<a:theme xmlns:a="http://schemas.openxmlformats.org/drawingml/2006/main" name="Stellantis">
  <a:themeElements>
    <a:clrScheme name="Stellantis">
      <a:dk1>
        <a:srgbClr val="272B35"/>
      </a:dk1>
      <a:lt1>
        <a:sysClr val="window" lastClr="FFFFFF"/>
      </a:lt1>
      <a:dk2>
        <a:srgbClr val="243782"/>
      </a:dk2>
      <a:lt2>
        <a:srgbClr val="EEECE1"/>
      </a:lt2>
      <a:accent1>
        <a:srgbClr val="243782"/>
      </a:accent1>
      <a:accent2>
        <a:srgbClr val="E94E24"/>
      </a:accent2>
      <a:accent3>
        <a:srgbClr val="00ADA0"/>
      </a:accent3>
      <a:accent4>
        <a:srgbClr val="F7A600"/>
      </a:accent4>
      <a:accent5>
        <a:srgbClr val="272B35"/>
      </a:accent5>
      <a:accent6>
        <a:srgbClr val="243782"/>
      </a:accent6>
      <a:hlink>
        <a:srgbClr val="243782"/>
      </a:hlink>
      <a:folHlink>
        <a:srgbClr val="272B35"/>
      </a:folHlink>
    </a:clrScheme>
    <a:fontScheme name="Stellantis QN">
      <a:majorFont>
        <a:latin typeface="Encode Sans ExpandedLight"/>
        <a:ea typeface=""/>
        <a:cs typeface=""/>
      </a:majorFont>
      <a:minorFont>
        <a:latin typeface="Encode Sans"/>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Stellantis Template PowerPoint 16-9 v1.potx" id="{AF6AE716-1209-4599-9086-7EB01C99DBE6}" vid="{6B5D268A-7F73-4890-B069-7531EC21141B}"/>
    </a:ext>
  </a:extLst>
</a:theme>
</file>

<file path=ppt/theme/theme2.xml><?xml version="1.0" encoding="utf-8"?>
<a:theme xmlns:a="http://schemas.openxmlformats.org/drawingml/2006/main" name="Stellantis - Chapter blue">
  <a:themeElements>
    <a:clrScheme name="Stellantis">
      <a:dk1>
        <a:srgbClr val="272B35"/>
      </a:dk1>
      <a:lt1>
        <a:sysClr val="window" lastClr="FFFFFF"/>
      </a:lt1>
      <a:dk2>
        <a:srgbClr val="243782"/>
      </a:dk2>
      <a:lt2>
        <a:srgbClr val="EEECE1"/>
      </a:lt2>
      <a:accent1>
        <a:srgbClr val="243782"/>
      </a:accent1>
      <a:accent2>
        <a:srgbClr val="E94E24"/>
      </a:accent2>
      <a:accent3>
        <a:srgbClr val="00ADA0"/>
      </a:accent3>
      <a:accent4>
        <a:srgbClr val="F7A600"/>
      </a:accent4>
      <a:accent5>
        <a:srgbClr val="272B35"/>
      </a:accent5>
      <a:accent6>
        <a:srgbClr val="243782"/>
      </a:accent6>
      <a:hlink>
        <a:srgbClr val="243782"/>
      </a:hlink>
      <a:folHlink>
        <a:srgbClr val="272B35"/>
      </a:folHlink>
    </a:clrScheme>
    <a:fontScheme name="Stellantis QN">
      <a:majorFont>
        <a:latin typeface="Encode Sans ExpandedLight"/>
        <a:ea typeface=""/>
        <a:cs typeface=""/>
      </a:majorFont>
      <a:minorFont>
        <a:latin typeface="Encode Sans"/>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Stellantis Template PowerPoint 16-9 v1.potx" id="{AF6AE716-1209-4599-9086-7EB01C99DBE6}" vid="{DC08C376-4686-4684-B245-4472F83D1AD8}"/>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4CB8194AE919534CB29EFE7C575B3AB4" ma:contentTypeVersion="16" ma:contentTypeDescription="Create a new document." ma:contentTypeScope="" ma:versionID="988ac28a5d3c053d73e70545f20561db">
  <xsd:schema xmlns:xsd="http://www.w3.org/2001/XMLSchema" xmlns:xs="http://www.w3.org/2001/XMLSchema" xmlns:p="http://schemas.microsoft.com/office/2006/metadata/properties" xmlns:ns2="fcea4ed2-323d-4748-bcd6-e29b88a15ad0" xmlns:ns3="55d9b38b-44ab-4b4b-b53f-9aacf9589b02" targetNamespace="http://schemas.microsoft.com/office/2006/metadata/properties" ma:root="true" ma:fieldsID="c67910f4d3c655c8bfc0ef91dd147b16" ns2:_="" ns3:_="">
    <xsd:import namespace="fcea4ed2-323d-4748-bcd6-e29b88a15ad0"/>
    <xsd:import namespace="55d9b38b-44ab-4b4b-b53f-9aacf9589b02"/>
    <xsd:element name="properties">
      <xsd:complexType>
        <xsd:sequence>
          <xsd:element name="documentManagement">
            <xsd:complexType>
              <xsd:all>
                <xsd:element ref="ns2:SharedWithUsers" minOccurs="0"/>
                <xsd:element ref="ns2:SharedWithDetails" minOccurs="0"/>
                <xsd:element ref="ns3:MediaServiceMetadata" minOccurs="0"/>
                <xsd:element ref="ns3:MediaServiceFastMetadata" minOccurs="0"/>
                <xsd:element ref="ns3:MediaServiceObjectDetectorVersions" minOccurs="0"/>
                <xsd:element ref="ns3:MediaServiceGenerationTime" minOccurs="0"/>
                <xsd:element ref="ns3:MediaServiceEventHashCode" minOccurs="0"/>
                <xsd:element ref="ns3:MediaLengthInSeconds" minOccurs="0"/>
                <xsd:element ref="ns3:MediaServiceDateTaken" minOccurs="0"/>
                <xsd:element ref="ns3:lcf76f155ced4ddcb4097134ff3c332f" minOccurs="0"/>
                <xsd:element ref="ns2:TaxCatchAll" minOccurs="0"/>
                <xsd:element ref="ns3:MediaServiceOCR" minOccurs="0"/>
                <xsd:element ref="ns3:MediaServiceSearchProperties" minOccurs="0"/>
                <xsd:element ref="ns3:MediaServiceLocation" minOccurs="0"/>
                <xsd:element ref="ns3: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fcea4ed2-323d-4748-bcd6-e29b88a15ad0" elementFormDefault="qualified">
    <xsd:import namespace="http://schemas.microsoft.com/office/2006/documentManagement/types"/>
    <xsd:import namespace="http://schemas.microsoft.com/office/infopath/2007/PartnerControls"/>
    <xsd:element name="SharedWithUsers" ma:index="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9" nillable="true" ma:displayName="Shared With Details" ma:internalName="SharedWithDetails" ma:readOnly="true">
      <xsd:simpleType>
        <xsd:restriction base="dms:Note">
          <xsd:maxLength value="255"/>
        </xsd:restriction>
      </xsd:simpleType>
    </xsd:element>
    <xsd:element name="TaxCatchAll" ma:index="19" nillable="true" ma:displayName="Taxonomy Catch All Column" ma:hidden="true" ma:list="{699b8b6d-62fe-4589-b22a-2cb612294970}" ma:internalName="TaxCatchAll" ma:showField="CatchAllData" ma:web="fcea4ed2-323d-4748-bcd6-e29b88a15ad0">
      <xsd:complexType>
        <xsd:complexContent>
          <xsd:extension base="dms:MultiChoiceLookup">
            <xsd:sequence>
              <xsd:element name="Value" type="dms:Lookup" maxOccurs="unbounded" minOccurs="0" nillable="true"/>
            </xsd:sequence>
          </xsd:extension>
        </xsd:complexContent>
      </xsd:complexType>
    </xsd:element>
  </xsd:schema>
  <xsd:schema xmlns:xsd="http://www.w3.org/2001/XMLSchema" xmlns:xs="http://www.w3.org/2001/XMLSchema" xmlns:dms="http://schemas.microsoft.com/office/2006/documentManagement/types" xmlns:pc="http://schemas.microsoft.com/office/infopath/2007/PartnerControls" targetNamespace="55d9b38b-44ab-4b4b-b53f-9aacf9589b02" elementFormDefault="qualified">
    <xsd:import namespace="http://schemas.microsoft.com/office/2006/documentManagement/types"/>
    <xsd:import namespace="http://schemas.microsoft.com/office/infopath/2007/PartnerControls"/>
    <xsd:element name="MediaServiceMetadata" ma:index="10" nillable="true" ma:displayName="MediaServiceMetadata" ma:hidden="true" ma:internalName="MediaServiceMetadata" ma:readOnly="true">
      <xsd:simpleType>
        <xsd:restriction base="dms:Note"/>
      </xsd:simpleType>
    </xsd:element>
    <xsd:element name="MediaServiceFastMetadata" ma:index="11" nillable="true" ma:displayName="MediaServiceFastMetadata" ma:hidden="true" ma:internalName="MediaServiceFastMetadata" ma:readOnly="true">
      <xsd:simpleType>
        <xsd:restriction base="dms:Note"/>
      </xsd:simpleType>
    </xsd:element>
    <xsd:element name="MediaServiceObjectDetectorVersions" ma:index="12" nillable="true" ma:displayName="MediaServiceObjectDetectorVersions" ma:hidden="true" ma:indexed="true" ma:internalName="MediaServiceObjectDetectorVersions"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EventHashCode" ma:index="14" nillable="true" ma:displayName="MediaServiceEventHashCode" ma:hidden="true" ma:internalName="MediaServiceEventHashCode" ma:readOnly="true">
      <xsd:simpleType>
        <xsd:restriction base="dms:Text"/>
      </xsd:simpleType>
    </xsd:element>
    <xsd:element name="MediaLengthInSeconds" ma:index="15" nillable="true" ma:displayName="MediaLengthInSeconds" ma:hidden="true" ma:internalName="MediaLengthInSeconds" ma:readOnly="true">
      <xsd:simpleType>
        <xsd:restriction base="dms:Unknown"/>
      </xsd:simpleType>
    </xsd:element>
    <xsd:element name="MediaServiceDateTaken" ma:index="16" nillable="true" ma:displayName="MediaServiceDateTaken" ma:hidden="true" ma:indexed="true" ma:internalName="MediaServiceDateTaken" ma:readOnly="true">
      <xsd:simpleType>
        <xsd:restriction base="dms:Text"/>
      </xsd:simpleType>
    </xsd:element>
    <xsd:element name="lcf76f155ced4ddcb4097134ff3c332f" ma:index="18" nillable="true" ma:taxonomy="true" ma:internalName="lcf76f155ced4ddcb4097134ff3c332f" ma:taxonomyFieldName="MediaServiceImageTags" ma:displayName="Image Tags" ma:readOnly="false" ma:fieldId="{5cf76f15-5ced-4ddc-b409-7134ff3c332f}" ma:taxonomyMulti="true" ma:sspId="9247bebf-ce0e-4fa1-bae7-748a1283d6fa" ma:termSetId="09814cd3-568e-fe90-9814-8d621ff8fb84" ma:anchorId="fba54fb3-c3e1-fe81-a776-ca4b69148c4d" ma:open="true" ma:isKeyword="false">
      <xsd:complexType>
        <xsd:sequence>
          <xsd:element ref="pc:Terms" minOccurs="0" maxOccurs="1"/>
        </xsd:sequence>
      </xsd:complexType>
    </xsd:element>
    <xsd:element name="MediaServiceOCR" ma:index="20" nillable="true" ma:displayName="Extracted Text" ma:internalName="MediaServiceOCR" ma:readOnly="true">
      <xsd:simpleType>
        <xsd:restriction base="dms:Note">
          <xsd:maxLength value="255"/>
        </xsd:restriction>
      </xsd:simpleType>
    </xsd:element>
    <xsd:element name="MediaServiceSearchProperties" ma:index="21" nillable="true" ma:displayName="MediaServiceSearchProperties" ma:hidden="true" ma:internalName="MediaServiceSearchProperties" ma:readOnly="true">
      <xsd:simpleType>
        <xsd:restriction base="dms:Note"/>
      </xsd:simpleType>
    </xsd:element>
    <xsd:element name="MediaServiceLocation" ma:index="22" nillable="true" ma:displayName="Location" ma:description="" ma:indexed="true" ma:internalName="MediaServiceLocation" ma:readOnly="true">
      <xsd:simpleType>
        <xsd:restriction base="dms:Text"/>
      </xsd:simpleType>
    </xsd:element>
    <xsd:element name="MediaServiceBillingMetadata" ma:index="23" nillable="true" ma:displayName="MediaServiceBillingMetadata" ma:hidden="true" ma:internalName="MediaServiceBillingMetadata"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SharedWithUsers xmlns="fcea4ed2-323d-4748-bcd6-e29b88a15ad0">
      <UserInfo>
        <DisplayName/>
        <AccountId xsi:nil="true"/>
        <AccountType/>
      </UserInfo>
    </SharedWithUsers>
    <lcf76f155ced4ddcb4097134ff3c332f xmlns="55d9b38b-44ab-4b4b-b53f-9aacf9589b02">
      <Terms xmlns="http://schemas.microsoft.com/office/infopath/2007/PartnerControls"/>
    </lcf76f155ced4ddcb4097134ff3c332f>
    <TaxCatchAll xmlns="fcea4ed2-323d-4748-bcd6-e29b88a15ad0" xsi:nil="true"/>
  </documentManagement>
</p:properties>
</file>

<file path=customXml/itemProps1.xml><?xml version="1.0" encoding="utf-8"?>
<ds:datastoreItem xmlns:ds="http://schemas.openxmlformats.org/officeDocument/2006/customXml" ds:itemID="{034612A3-6478-45AA-8B21-80E7DB05DFCC}"/>
</file>

<file path=customXml/itemProps2.xml><?xml version="1.0" encoding="utf-8"?>
<ds:datastoreItem xmlns:ds="http://schemas.openxmlformats.org/officeDocument/2006/customXml" ds:itemID="{14C0186A-647C-4F62-9B8B-B4C8184459DF}">
  <ds:schemaRefs>
    <ds:schemaRef ds:uri="http://schemas.microsoft.com/sharepoint/v3/contenttype/forms"/>
  </ds:schemaRefs>
</ds:datastoreItem>
</file>

<file path=customXml/itemProps3.xml><?xml version="1.0" encoding="utf-8"?>
<ds:datastoreItem xmlns:ds="http://schemas.openxmlformats.org/officeDocument/2006/customXml" ds:itemID="{B3450F38-69C6-4886-B83D-02FC0B58007A}">
  <ds:schemaRefs>
    <ds:schemaRef ds:uri="http://purl.org/dc/elements/1.1/"/>
    <ds:schemaRef ds:uri="http://schemas.microsoft.com/office/2006/metadata/properties"/>
    <ds:schemaRef ds:uri="http://purl.org/dc/dcmitype/"/>
    <ds:schemaRef ds:uri="http://purl.org/dc/terms/"/>
    <ds:schemaRef ds:uri="http://schemas.microsoft.com/office/2006/documentManagement/types"/>
    <ds:schemaRef ds:uri="http://schemas.openxmlformats.org/package/2006/metadata/core-properties"/>
    <ds:schemaRef ds:uri="http://www.w3.org/XML/1998/namespace"/>
    <ds:schemaRef ds:uri="fcea4ed2-323d-4748-bcd6-e29b88a15ad0"/>
    <ds:schemaRef ds:uri="http://schemas.microsoft.com/office/infopath/2007/PartnerControls"/>
    <ds:schemaRef ds:uri="55d9b38b-44ab-4b4b-b53f-9aacf9589b02"/>
  </ds:schemaRefs>
</ds:datastoreItem>
</file>

<file path=docMetadata/LabelInfo.xml><?xml version="1.0" encoding="utf-8"?>
<clbl:labelList xmlns:clbl="http://schemas.microsoft.com/office/2020/mipLabelMetadata">
  <clbl:label id="{2fd53d93-3f4c-4b90-b511-bd6bdbb4fba9}" enabled="1" method="Standard" siteId="{d852d5cd-724c-4128-8812-ffa5db3f8507}" removed="0"/>
</clbl:labelList>
</file>

<file path=docProps/app.xml><?xml version="1.0" encoding="utf-8"?>
<Properties xmlns="http://schemas.openxmlformats.org/officeDocument/2006/extended-properties" xmlns:vt="http://schemas.openxmlformats.org/officeDocument/2006/docPropsVTypes">
  <Template>Stellantis MAJ Template PowerPoint 16-9 v1[2]</Template>
  <TotalTime>9</TotalTime>
  <Words>570</Words>
  <Application>Microsoft Office PowerPoint</Application>
  <PresentationFormat>Widescreen</PresentationFormat>
  <Paragraphs>96</Paragraphs>
  <Slides>5</Slides>
  <Notes>1</Notes>
  <HiddenSlides>0</HiddenSlides>
  <MMClips>0</MMClips>
  <ScaleCrop>false</ScaleCrop>
  <HeadingPairs>
    <vt:vector size="6" baseType="variant">
      <vt:variant>
        <vt:lpstr>Fonts Used</vt:lpstr>
      </vt:variant>
      <vt:variant>
        <vt:i4>4</vt:i4>
      </vt:variant>
      <vt:variant>
        <vt:lpstr>Theme</vt:lpstr>
      </vt:variant>
      <vt:variant>
        <vt:i4>2</vt:i4>
      </vt:variant>
      <vt:variant>
        <vt:lpstr>Slide Titles</vt:lpstr>
      </vt:variant>
      <vt:variant>
        <vt:i4>5</vt:i4>
      </vt:variant>
    </vt:vector>
  </HeadingPairs>
  <TitlesOfParts>
    <vt:vector size="11" baseType="lpstr">
      <vt:lpstr>Arial</vt:lpstr>
      <vt:lpstr>Calibri Light</vt:lpstr>
      <vt:lpstr>Encode Sans</vt:lpstr>
      <vt:lpstr>Encode Sans ExpandedLight</vt:lpstr>
      <vt:lpstr>Stellantis</vt:lpstr>
      <vt:lpstr>Stellantis - Chapter blue</vt:lpstr>
      <vt:lpstr>Hackathon problem statement </vt:lpstr>
      <vt:lpstr>PowerPoint Presentation</vt:lpstr>
      <vt:lpstr>PowerPoint Presentation</vt:lpstr>
      <vt:lpstr>PowerPoint Presentation</vt:lpstr>
      <vt:lpstr>THANK YOU</vt:lpstr>
    </vt:vector>
  </TitlesOfParts>
  <Company>FCA US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Title presentation [encode sans 47 pt light] on several lines LOREM IPSUM DOLOR SIT AMET ET DOLOMAET CTETUER PISCINGO</dc:title>
  <dc:creator>Workstation User</dc:creator>
  <cp:lastModifiedBy>PRAKASH PALANI</cp:lastModifiedBy>
  <cp:revision>3</cp:revision>
  <dcterms:created xsi:type="dcterms:W3CDTF">2021-01-15T17:29:40Z</dcterms:created>
  <dcterms:modified xsi:type="dcterms:W3CDTF">2026-08-27T10:41:28Z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0x0101004CB8194AE919534CB29EFE7C575B3AB4</vt:lpwstr>
  </property>
  <property fmtid="{D5CDD505-2E9C-101B-9397-08002B2CF9AE}" pid="3" name="MSIP_Label_2fd53d93-3f4c-4b90-b511-bd6bdbb4fba9_Enabled">
    <vt:lpwstr>true</vt:lpwstr>
  </property>
  <property fmtid="{D5CDD505-2E9C-101B-9397-08002B2CF9AE}" pid="4" name="MSIP_Label_2fd53d93-3f4c-4b90-b511-bd6bdbb4fba9_SetDate">
    <vt:lpwstr>2023-06-09T09:43:39Z</vt:lpwstr>
  </property>
  <property fmtid="{D5CDD505-2E9C-101B-9397-08002B2CF9AE}" pid="5" name="MSIP_Label_2fd53d93-3f4c-4b90-b511-bd6bdbb4fba9_Method">
    <vt:lpwstr>Standard</vt:lpwstr>
  </property>
  <property fmtid="{D5CDD505-2E9C-101B-9397-08002B2CF9AE}" pid="6" name="MSIP_Label_2fd53d93-3f4c-4b90-b511-bd6bdbb4fba9_Name">
    <vt:lpwstr>2fd53d93-3f4c-4b90-b511-bd6bdbb4fba9</vt:lpwstr>
  </property>
  <property fmtid="{D5CDD505-2E9C-101B-9397-08002B2CF9AE}" pid="7" name="MSIP_Label_2fd53d93-3f4c-4b90-b511-bd6bdbb4fba9_SiteId">
    <vt:lpwstr>d852d5cd-724c-4128-8812-ffa5db3f8507</vt:lpwstr>
  </property>
  <property fmtid="{D5CDD505-2E9C-101B-9397-08002B2CF9AE}" pid="8" name="MSIP_Label_2fd53d93-3f4c-4b90-b511-bd6bdbb4fba9_ActionId">
    <vt:lpwstr>6bc33349-9f62-4c19-8b87-0fffecb604f0</vt:lpwstr>
  </property>
  <property fmtid="{D5CDD505-2E9C-101B-9397-08002B2CF9AE}" pid="9" name="MSIP_Label_2fd53d93-3f4c-4b90-b511-bd6bdbb4fba9_ContentBits">
    <vt:lpwstr>0</vt:lpwstr>
  </property>
  <property fmtid="{D5CDD505-2E9C-101B-9397-08002B2CF9AE}" pid="10" name="MediaServiceImageTags">
    <vt:lpwstr/>
  </property>
  <property fmtid="{D5CDD505-2E9C-101B-9397-08002B2CF9AE}" pid="11" name="Order">
    <vt:r8>575500</vt:r8>
  </property>
  <property fmtid="{D5CDD505-2E9C-101B-9397-08002B2CF9AE}" pid="12" name="xd_Signature">
    <vt:bool>false</vt:bool>
  </property>
  <property fmtid="{D5CDD505-2E9C-101B-9397-08002B2CF9AE}" pid="13" name="xd_ProgID">
    <vt:lpwstr/>
  </property>
  <property fmtid="{D5CDD505-2E9C-101B-9397-08002B2CF9AE}" pid="14" name="ComplianceAssetId">
    <vt:lpwstr/>
  </property>
  <property fmtid="{D5CDD505-2E9C-101B-9397-08002B2CF9AE}" pid="15" name="TemplateUrl">
    <vt:lpwstr/>
  </property>
  <property fmtid="{D5CDD505-2E9C-101B-9397-08002B2CF9AE}" pid="16" name="_ExtendedDescription">
    <vt:lpwstr/>
  </property>
  <property fmtid="{D5CDD505-2E9C-101B-9397-08002B2CF9AE}" pid="17" name="TriggerFlowInfo">
    <vt:lpwstr/>
  </property>
</Properties>
</file>